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314" r:id="rId3"/>
    <p:sldId id="323" r:id="rId4"/>
    <p:sldId id="266" r:id="rId5"/>
    <p:sldId id="341" r:id="rId6"/>
    <p:sldId id="342" r:id="rId7"/>
    <p:sldId id="343" r:id="rId8"/>
    <p:sldId id="344" r:id="rId9"/>
    <p:sldId id="346" r:id="rId10"/>
    <p:sldId id="340" r:id="rId11"/>
    <p:sldId id="345" r:id="rId12"/>
    <p:sldId id="349" r:id="rId13"/>
    <p:sldId id="350" r:id="rId14"/>
    <p:sldId id="351" r:id="rId15"/>
    <p:sldId id="352" r:id="rId16"/>
    <p:sldId id="347" r:id="rId17"/>
    <p:sldId id="348" r:id="rId18"/>
    <p:sldId id="33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48AE6F-6866-41CE-B279-C54BB6F23E0D}" v="23" dt="2026-03-09T08:20:44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5833"/>
  </p:normalViewPr>
  <p:slideViewPr>
    <p:cSldViewPr snapToGrid="0" snapToObjects="1">
      <p:cViewPr varScale="1">
        <p:scale>
          <a:sx n="71" d="100"/>
          <a:sy n="71" d="100"/>
        </p:scale>
        <p:origin x="2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ini Panapakam" userId="914044c8521aae14" providerId="LiveId" clId="{AD48086C-A07A-4A06-97B0-D3D5924BA9D1}"/>
    <pc:docChg chg="undo custSel addSld delSld modSld sldOrd">
      <pc:chgData name="Hasini Panapakam" userId="914044c8521aae14" providerId="LiveId" clId="{AD48086C-A07A-4A06-97B0-D3D5924BA9D1}" dt="2026-03-09T15:43:07.400" v="418" actId="1076"/>
      <pc:docMkLst>
        <pc:docMk/>
      </pc:docMkLst>
      <pc:sldChg chg="del">
        <pc:chgData name="Hasini Panapakam" userId="914044c8521aae14" providerId="LiveId" clId="{AD48086C-A07A-4A06-97B0-D3D5924BA9D1}" dt="2026-03-09T06:10:57.229" v="0" actId="2696"/>
        <pc:sldMkLst>
          <pc:docMk/>
          <pc:sldMk cId="2851391703" sldId="261"/>
        </pc:sldMkLst>
      </pc:sldChg>
      <pc:sldChg chg="modSp mod">
        <pc:chgData name="Hasini Panapakam" userId="914044c8521aae14" providerId="LiveId" clId="{AD48086C-A07A-4A06-97B0-D3D5924BA9D1}" dt="2026-03-09T15:39:37.730" v="416" actId="20577"/>
        <pc:sldMkLst>
          <pc:docMk/>
          <pc:sldMk cId="930833320" sldId="266"/>
        </pc:sldMkLst>
        <pc:spChg chg="mod">
          <ac:chgData name="Hasini Panapakam" userId="914044c8521aae14" providerId="LiveId" clId="{AD48086C-A07A-4A06-97B0-D3D5924BA9D1}" dt="2026-03-09T15:39:37.730" v="416" actId="20577"/>
          <ac:spMkLst>
            <pc:docMk/>
            <pc:sldMk cId="930833320" sldId="266"/>
            <ac:spMk id="4" creationId="{26BE2FE5-B224-3F46-5C86-F036A479FB38}"/>
          </ac:spMkLst>
        </pc:spChg>
        <pc:spChg chg="mod">
          <ac:chgData name="Hasini Panapakam" userId="914044c8521aae14" providerId="LiveId" clId="{AD48086C-A07A-4A06-97B0-D3D5924BA9D1}" dt="2026-03-09T08:27:17.854" v="412" actId="255"/>
          <ac:spMkLst>
            <pc:docMk/>
            <pc:sldMk cId="930833320" sldId="266"/>
            <ac:spMk id="11" creationId="{FDDE1B4E-2A45-D5FD-D572-2FE58BAE5999}"/>
          </ac:spMkLst>
        </pc:spChg>
      </pc:sldChg>
      <pc:sldChg chg="modSp mod">
        <pc:chgData name="Hasini Panapakam" userId="914044c8521aae14" providerId="LiveId" clId="{AD48086C-A07A-4A06-97B0-D3D5924BA9D1}" dt="2026-03-09T08:25:02.554" v="317" actId="255"/>
        <pc:sldMkLst>
          <pc:docMk/>
          <pc:sldMk cId="1017016331" sldId="314"/>
        </pc:sldMkLst>
        <pc:spChg chg="mod">
          <ac:chgData name="Hasini Panapakam" userId="914044c8521aae14" providerId="LiveId" clId="{AD48086C-A07A-4A06-97B0-D3D5924BA9D1}" dt="2026-03-09T08:24:36.875" v="315" actId="2711"/>
          <ac:spMkLst>
            <pc:docMk/>
            <pc:sldMk cId="1017016331" sldId="314"/>
            <ac:spMk id="2" creationId="{3C500A09-BF95-A121-71A4-33FFE91ACA86}"/>
          </ac:spMkLst>
        </pc:spChg>
        <pc:spChg chg="mod">
          <ac:chgData name="Hasini Panapakam" userId="914044c8521aae14" providerId="LiveId" clId="{AD48086C-A07A-4A06-97B0-D3D5924BA9D1}" dt="2026-03-09T08:24:16.479" v="313" actId="255"/>
          <ac:spMkLst>
            <pc:docMk/>
            <pc:sldMk cId="1017016331" sldId="314"/>
            <ac:spMk id="3" creationId="{7AEAE0CE-45A1-A1FF-31F4-66CECAEF3059}"/>
          </ac:spMkLst>
        </pc:spChg>
        <pc:spChg chg="mod">
          <ac:chgData name="Hasini Panapakam" userId="914044c8521aae14" providerId="LiveId" clId="{AD48086C-A07A-4A06-97B0-D3D5924BA9D1}" dt="2026-03-09T08:25:02.554" v="317" actId="255"/>
          <ac:spMkLst>
            <pc:docMk/>
            <pc:sldMk cId="1017016331" sldId="314"/>
            <ac:spMk id="13" creationId="{3F9DE7D0-41AC-90DD-3065-235240261B1B}"/>
          </ac:spMkLst>
        </pc:spChg>
      </pc:sldChg>
      <pc:sldChg chg="del">
        <pc:chgData name="Hasini Panapakam" userId="914044c8521aae14" providerId="LiveId" clId="{AD48086C-A07A-4A06-97B0-D3D5924BA9D1}" dt="2026-03-09T06:10:59.638" v="1" actId="47"/>
        <pc:sldMkLst>
          <pc:docMk/>
          <pc:sldMk cId="326239331" sldId="322"/>
        </pc:sldMkLst>
      </pc:sldChg>
      <pc:sldChg chg="modSp mod">
        <pc:chgData name="Hasini Panapakam" userId="914044c8521aae14" providerId="LiveId" clId="{AD48086C-A07A-4A06-97B0-D3D5924BA9D1}" dt="2026-03-09T15:43:07.400" v="418" actId="1076"/>
        <pc:sldMkLst>
          <pc:docMk/>
          <pc:sldMk cId="2715783799" sldId="323"/>
        </pc:sldMkLst>
        <pc:spChg chg="mod">
          <ac:chgData name="Hasini Panapakam" userId="914044c8521aae14" providerId="LiveId" clId="{AD48086C-A07A-4A06-97B0-D3D5924BA9D1}" dt="2026-03-09T08:25:27.221" v="320" actId="2711"/>
          <ac:spMkLst>
            <pc:docMk/>
            <pc:sldMk cId="2715783799" sldId="323"/>
            <ac:spMk id="8" creationId="{D45DB3B1-7702-A34D-B15A-E964B95D6FB5}"/>
          </ac:spMkLst>
        </pc:spChg>
        <pc:spChg chg="mod">
          <ac:chgData name="Hasini Panapakam" userId="914044c8521aae14" providerId="LiveId" clId="{AD48086C-A07A-4A06-97B0-D3D5924BA9D1}" dt="2026-03-09T15:43:07.400" v="418" actId="1076"/>
          <ac:spMkLst>
            <pc:docMk/>
            <pc:sldMk cId="2715783799" sldId="323"/>
            <ac:spMk id="9" creationId="{0BAA4F36-AB00-F2C4-B47F-6381355DE604}"/>
          </ac:spMkLst>
        </pc:spChg>
      </pc:sldChg>
      <pc:sldChg chg="modSp mod">
        <pc:chgData name="Hasini Panapakam" userId="914044c8521aae14" providerId="LiveId" clId="{AD48086C-A07A-4A06-97B0-D3D5924BA9D1}" dt="2026-03-09T08:21:14.608" v="290" actId="20577"/>
        <pc:sldMkLst>
          <pc:docMk/>
          <pc:sldMk cId="3431953712" sldId="340"/>
        </pc:sldMkLst>
        <pc:spChg chg="mod">
          <ac:chgData name="Hasini Panapakam" userId="914044c8521aae14" providerId="LiveId" clId="{AD48086C-A07A-4A06-97B0-D3D5924BA9D1}" dt="2026-03-09T08:14:38.582" v="207" actId="20577"/>
          <ac:spMkLst>
            <pc:docMk/>
            <pc:sldMk cId="3431953712" sldId="340"/>
            <ac:spMk id="2" creationId="{37323D68-D41B-9825-3931-B79590C795F8}"/>
          </ac:spMkLst>
        </pc:spChg>
        <pc:spChg chg="mod">
          <ac:chgData name="Hasini Panapakam" userId="914044c8521aae14" providerId="LiveId" clId="{AD48086C-A07A-4A06-97B0-D3D5924BA9D1}" dt="2026-03-09T08:21:14.608" v="290" actId="20577"/>
          <ac:spMkLst>
            <pc:docMk/>
            <pc:sldMk cId="3431953712" sldId="340"/>
            <ac:spMk id="3" creationId="{D408550D-1730-34EA-8ABA-9BB036DE20DE}"/>
          </ac:spMkLst>
        </pc:spChg>
      </pc:sldChg>
      <pc:sldChg chg="modSp mod">
        <pc:chgData name="Hasini Panapakam" userId="914044c8521aae14" providerId="LiveId" clId="{AD48086C-A07A-4A06-97B0-D3D5924BA9D1}" dt="2026-03-09T08:23:40.540" v="311" actId="20577"/>
        <pc:sldMkLst>
          <pc:docMk/>
          <pc:sldMk cId="1263985989" sldId="344"/>
        </pc:sldMkLst>
        <pc:spChg chg="mod">
          <ac:chgData name="Hasini Panapakam" userId="914044c8521aae14" providerId="LiveId" clId="{AD48086C-A07A-4A06-97B0-D3D5924BA9D1}" dt="2026-03-09T08:23:40.540" v="311" actId="20577"/>
          <ac:spMkLst>
            <pc:docMk/>
            <pc:sldMk cId="1263985989" sldId="344"/>
            <ac:spMk id="3" creationId="{70761511-8086-6073-7883-39B11A5CEDEB}"/>
          </ac:spMkLst>
        </pc:spChg>
      </pc:sldChg>
      <pc:sldChg chg="addSp delSp modSp mod ord">
        <pc:chgData name="Hasini Panapakam" userId="914044c8521aae14" providerId="LiveId" clId="{AD48086C-A07A-4A06-97B0-D3D5924BA9D1}" dt="2026-03-09T07:58:58.115" v="62"/>
        <pc:sldMkLst>
          <pc:docMk/>
          <pc:sldMk cId="1906946512" sldId="345"/>
        </pc:sldMkLst>
        <pc:spChg chg="mod">
          <ac:chgData name="Hasini Panapakam" userId="914044c8521aae14" providerId="LiveId" clId="{AD48086C-A07A-4A06-97B0-D3D5924BA9D1}" dt="2026-03-09T07:58:54.108" v="60"/>
          <ac:spMkLst>
            <pc:docMk/>
            <pc:sldMk cId="1906946512" sldId="345"/>
            <ac:spMk id="8" creationId="{C3A50108-EF3B-F9BF-CB25-7C4C67A41AAC}"/>
          </ac:spMkLst>
        </pc:spChg>
        <pc:spChg chg="mod">
          <ac:chgData name="Hasini Panapakam" userId="914044c8521aae14" providerId="LiveId" clId="{AD48086C-A07A-4A06-97B0-D3D5924BA9D1}" dt="2026-03-09T07:49:25.462" v="9" actId="5793"/>
          <ac:spMkLst>
            <pc:docMk/>
            <pc:sldMk cId="1906946512" sldId="345"/>
            <ac:spMk id="9" creationId="{8769557B-A6AB-F48D-9A16-51F755A17BB7}"/>
          </ac:spMkLst>
        </pc:spChg>
        <pc:spChg chg="add mod">
          <ac:chgData name="Hasini Panapakam" userId="914044c8521aae14" providerId="LiveId" clId="{AD48086C-A07A-4A06-97B0-D3D5924BA9D1}" dt="2026-03-09T07:58:11.263" v="59" actId="14100"/>
          <ac:spMkLst>
            <pc:docMk/>
            <pc:sldMk cId="1906946512" sldId="345"/>
            <ac:spMk id="13" creationId="{D18AF5CE-364F-8E93-C811-EDD00A85B09E}"/>
          </ac:spMkLst>
        </pc:spChg>
        <pc:graphicFrameChg chg="add del mod modGraphic">
          <ac:chgData name="Hasini Panapakam" userId="914044c8521aae14" providerId="LiveId" clId="{AD48086C-A07A-4A06-97B0-D3D5924BA9D1}" dt="2026-03-09T07:51:27.349" v="19" actId="478"/>
          <ac:graphicFrameMkLst>
            <pc:docMk/>
            <pc:sldMk cId="1906946512" sldId="345"/>
            <ac:graphicFrameMk id="2" creationId="{E706E63D-B5C5-5D72-3DD6-2765BB4CD969}"/>
          </ac:graphicFrameMkLst>
        </pc:graphicFrameChg>
        <pc:graphicFrameChg chg="add mod modGraphic">
          <ac:chgData name="Hasini Panapakam" userId="914044c8521aae14" providerId="LiveId" clId="{AD48086C-A07A-4A06-97B0-D3D5924BA9D1}" dt="2026-03-09T07:51:57.690" v="28" actId="14100"/>
          <ac:graphicFrameMkLst>
            <pc:docMk/>
            <pc:sldMk cId="1906946512" sldId="345"/>
            <ac:graphicFrameMk id="3" creationId="{2F6E7479-F0C7-973A-3F86-9DC83C503B3D}"/>
          </ac:graphicFrameMkLst>
        </pc:graphicFrameChg>
        <pc:picChg chg="add mod">
          <ac:chgData name="Hasini Panapakam" userId="914044c8521aae14" providerId="LiveId" clId="{AD48086C-A07A-4A06-97B0-D3D5924BA9D1}" dt="2026-03-09T07:55:00.308" v="34" actId="1076"/>
          <ac:picMkLst>
            <pc:docMk/>
            <pc:sldMk cId="1906946512" sldId="345"/>
            <ac:picMk id="10" creationId="{C094F695-8F2D-3833-87B0-39CD328EB567}"/>
          </ac:picMkLst>
        </pc:picChg>
        <pc:picChg chg="add mod">
          <ac:chgData name="Hasini Panapakam" userId="914044c8521aae14" providerId="LiveId" clId="{AD48086C-A07A-4A06-97B0-D3D5924BA9D1}" dt="2026-03-09T07:56:02.025" v="42" actId="14100"/>
          <ac:picMkLst>
            <pc:docMk/>
            <pc:sldMk cId="1906946512" sldId="345"/>
            <ac:picMk id="12" creationId="{8D78D6C9-E9D5-5064-A2F0-67C5637374FE}"/>
          </ac:picMkLst>
        </pc:picChg>
      </pc:sldChg>
      <pc:sldChg chg="addSp delSp modSp mod">
        <pc:chgData name="Hasini Panapakam" userId="914044c8521aae14" providerId="LiveId" clId="{AD48086C-A07A-4A06-97B0-D3D5924BA9D1}" dt="2026-03-09T09:29:38.284" v="413" actId="1076"/>
        <pc:sldMkLst>
          <pc:docMk/>
          <pc:sldMk cId="344365824" sldId="346"/>
        </pc:sldMkLst>
        <pc:spChg chg="add mod">
          <ac:chgData name="Hasini Panapakam" userId="914044c8521aae14" providerId="LiveId" clId="{AD48086C-A07A-4A06-97B0-D3D5924BA9D1}" dt="2026-03-09T08:16:06.208" v="233" actId="6549"/>
          <ac:spMkLst>
            <pc:docMk/>
            <pc:sldMk cId="344365824" sldId="346"/>
            <ac:spMk id="2" creationId="{4C66F7DF-E222-FDCA-BA6C-054EFED60E53}"/>
          </ac:spMkLst>
        </pc:spChg>
        <pc:spChg chg="add del">
          <ac:chgData name="Hasini Panapakam" userId="914044c8521aae14" providerId="LiveId" clId="{AD48086C-A07A-4A06-97B0-D3D5924BA9D1}" dt="2026-03-09T08:16:23.816" v="241" actId="21"/>
          <ac:spMkLst>
            <pc:docMk/>
            <pc:sldMk cId="344365824" sldId="346"/>
            <ac:spMk id="3" creationId="{DBAAD8A6-24F5-0C7E-6648-F1DAD1CFAF39}"/>
          </ac:spMkLst>
        </pc:spChg>
        <pc:spChg chg="add del mod">
          <ac:chgData name="Hasini Panapakam" userId="914044c8521aae14" providerId="LiveId" clId="{AD48086C-A07A-4A06-97B0-D3D5924BA9D1}" dt="2026-03-09T08:16:36.584" v="245"/>
          <ac:spMkLst>
            <pc:docMk/>
            <pc:sldMk cId="344365824" sldId="346"/>
            <ac:spMk id="4" creationId="{31E5A10B-DFA8-78C7-94E3-F762163076CB}"/>
          </ac:spMkLst>
        </pc:spChg>
        <pc:spChg chg="mod">
          <ac:chgData name="Hasini Panapakam" userId="914044c8521aae14" providerId="LiveId" clId="{AD48086C-A07A-4A06-97B0-D3D5924BA9D1}" dt="2026-03-09T08:12:35.471" v="173" actId="20577"/>
          <ac:spMkLst>
            <pc:docMk/>
            <pc:sldMk cId="344365824" sldId="346"/>
            <ac:spMk id="8" creationId="{57E0E9F0-7414-F19D-A367-C4D70D67BCB3}"/>
          </ac:spMkLst>
        </pc:spChg>
        <pc:spChg chg="del mod">
          <ac:chgData name="Hasini Panapakam" userId="914044c8521aae14" providerId="LiveId" clId="{AD48086C-A07A-4A06-97B0-D3D5924BA9D1}" dt="2026-03-09T08:16:41.864" v="246"/>
          <ac:spMkLst>
            <pc:docMk/>
            <pc:sldMk cId="344365824" sldId="346"/>
            <ac:spMk id="9" creationId="{6726AE93-69A8-DC85-DA45-05F4D66EF996}"/>
          </ac:spMkLst>
        </pc:spChg>
        <pc:spChg chg="add del">
          <ac:chgData name="Hasini Panapakam" userId="914044c8521aae14" providerId="LiveId" clId="{AD48086C-A07A-4A06-97B0-D3D5924BA9D1}" dt="2026-03-09T08:16:20.402" v="240" actId="21"/>
          <ac:spMkLst>
            <pc:docMk/>
            <pc:sldMk cId="344365824" sldId="346"/>
            <ac:spMk id="10" creationId="{F5C298B0-A854-7793-4E66-D80EE08F1CB5}"/>
          </ac:spMkLst>
        </pc:spChg>
        <pc:spChg chg="add">
          <ac:chgData name="Hasini Panapakam" userId="914044c8521aae14" providerId="LiveId" clId="{AD48086C-A07A-4A06-97B0-D3D5924BA9D1}" dt="2026-03-09T08:14:44.149" v="208"/>
          <ac:spMkLst>
            <pc:docMk/>
            <pc:sldMk cId="344365824" sldId="346"/>
            <ac:spMk id="11" creationId="{2B47B4F6-C621-D54C-E547-1A57747CAA53}"/>
          </ac:spMkLst>
        </pc:spChg>
        <pc:spChg chg="add del mod">
          <ac:chgData name="Hasini Panapakam" userId="914044c8521aae14" providerId="LiveId" clId="{AD48086C-A07A-4A06-97B0-D3D5924BA9D1}" dt="2026-03-09T08:16:17.390" v="239" actId="21"/>
          <ac:spMkLst>
            <pc:docMk/>
            <pc:sldMk cId="344365824" sldId="346"/>
            <ac:spMk id="13" creationId="{08B89FAD-DC9C-6FB3-D4A0-DC4A5AF88405}"/>
          </ac:spMkLst>
        </pc:spChg>
        <pc:spChg chg="add del mod">
          <ac:chgData name="Hasini Panapakam" userId="914044c8521aae14" providerId="LiveId" clId="{AD48086C-A07A-4A06-97B0-D3D5924BA9D1}" dt="2026-03-09T08:16:43.854" v="247" actId="478"/>
          <ac:spMkLst>
            <pc:docMk/>
            <pc:sldMk cId="344365824" sldId="346"/>
            <ac:spMk id="14" creationId="{DBAAD8A6-24F5-0C7E-6648-F1DAD1CFAF39}"/>
          </ac:spMkLst>
        </pc:spChg>
        <pc:spChg chg="add mod">
          <ac:chgData name="Hasini Panapakam" userId="914044c8521aae14" providerId="LiveId" clId="{AD48086C-A07A-4A06-97B0-D3D5924BA9D1}" dt="2026-03-09T08:17:45.024" v="257" actId="20577"/>
          <ac:spMkLst>
            <pc:docMk/>
            <pc:sldMk cId="344365824" sldId="346"/>
            <ac:spMk id="15" creationId="{938D34AD-3193-41CF-C2BB-A175CDB6F81E}"/>
          </ac:spMkLst>
        </pc:spChg>
        <pc:spChg chg="add mod">
          <ac:chgData name="Hasini Panapakam" userId="914044c8521aae14" providerId="LiveId" clId="{AD48086C-A07A-4A06-97B0-D3D5924BA9D1}" dt="2026-03-09T09:29:38.284" v="413" actId="1076"/>
          <ac:spMkLst>
            <pc:docMk/>
            <pc:sldMk cId="344365824" sldId="346"/>
            <ac:spMk id="16" creationId="{5191D247-3C27-9C4C-E0E6-03F3A5416B09}"/>
          </ac:spMkLst>
        </pc:spChg>
      </pc:sldChg>
      <pc:sldChg chg="addSp modSp mod">
        <pc:chgData name="Hasini Panapakam" userId="914044c8521aae14" providerId="LiveId" clId="{AD48086C-A07A-4A06-97B0-D3D5924BA9D1}" dt="2026-03-09T08:22:46.206" v="294" actId="14100"/>
        <pc:sldMkLst>
          <pc:docMk/>
          <pc:sldMk cId="2357471992" sldId="348"/>
        </pc:sldMkLst>
        <pc:spChg chg="mod">
          <ac:chgData name="Hasini Panapakam" userId="914044c8521aae14" providerId="LiveId" clId="{AD48086C-A07A-4A06-97B0-D3D5924BA9D1}" dt="2026-03-09T08:22:46.206" v="294" actId="14100"/>
          <ac:spMkLst>
            <pc:docMk/>
            <pc:sldMk cId="2357471992" sldId="348"/>
            <ac:spMk id="2" creationId="{0C9961B8-8709-0718-F6D3-9D07622F76AF}"/>
          </ac:spMkLst>
        </pc:spChg>
        <pc:picChg chg="add mod">
          <ac:chgData name="Hasini Panapakam" userId="914044c8521aae14" providerId="LiveId" clId="{AD48086C-A07A-4A06-97B0-D3D5924BA9D1}" dt="2026-03-09T08:22:29.471" v="293" actId="1076"/>
          <ac:picMkLst>
            <pc:docMk/>
            <pc:sldMk cId="2357471992" sldId="348"/>
            <ac:picMk id="7" creationId="{13C9FF33-C36B-E1F7-8F02-662AE0E89299}"/>
          </ac:picMkLst>
        </pc:picChg>
      </pc:sldChg>
      <pc:sldChg chg="addSp delSp modSp new mod">
        <pc:chgData name="Hasini Panapakam" userId="914044c8521aae14" providerId="LiveId" clId="{AD48086C-A07A-4A06-97B0-D3D5924BA9D1}" dt="2026-03-09T08:02:17.827" v="83" actId="14100"/>
        <pc:sldMkLst>
          <pc:docMk/>
          <pc:sldMk cId="220316168" sldId="349"/>
        </pc:sldMkLst>
        <pc:spChg chg="mod">
          <ac:chgData name="Hasini Panapakam" userId="914044c8521aae14" providerId="LiveId" clId="{AD48086C-A07A-4A06-97B0-D3D5924BA9D1}" dt="2026-03-09T07:59:55.149" v="71"/>
          <ac:spMkLst>
            <pc:docMk/>
            <pc:sldMk cId="220316168" sldId="349"/>
            <ac:spMk id="2" creationId="{90693D34-C3DE-9291-6427-8A49BB6ED2DE}"/>
          </ac:spMkLst>
        </pc:spChg>
        <pc:spChg chg="del">
          <ac:chgData name="Hasini Panapakam" userId="914044c8521aae14" providerId="LiveId" clId="{AD48086C-A07A-4A06-97B0-D3D5924BA9D1}" dt="2026-03-09T08:00:31.024" v="72" actId="3680"/>
          <ac:spMkLst>
            <pc:docMk/>
            <pc:sldMk cId="220316168" sldId="349"/>
            <ac:spMk id="3" creationId="{8D2B2587-4EE9-54DC-B578-AFE811CF8164}"/>
          </ac:spMkLst>
        </pc:spChg>
        <pc:graphicFrameChg chg="add mod ord modGraphic">
          <ac:chgData name="Hasini Panapakam" userId="914044c8521aae14" providerId="LiveId" clId="{AD48086C-A07A-4A06-97B0-D3D5924BA9D1}" dt="2026-03-09T08:00:37.612" v="74" actId="14100"/>
          <ac:graphicFrameMkLst>
            <pc:docMk/>
            <pc:sldMk cId="220316168" sldId="349"/>
            <ac:graphicFrameMk id="7" creationId="{A61C5DD2-EAA5-6F24-A39D-7B53D5BD62A3}"/>
          </ac:graphicFrameMkLst>
        </pc:graphicFrameChg>
        <pc:picChg chg="add mod">
          <ac:chgData name="Hasini Panapakam" userId="914044c8521aae14" providerId="LiveId" clId="{AD48086C-A07A-4A06-97B0-D3D5924BA9D1}" dt="2026-03-09T08:01:29.786" v="77" actId="14100"/>
          <ac:picMkLst>
            <pc:docMk/>
            <pc:sldMk cId="220316168" sldId="349"/>
            <ac:picMk id="9" creationId="{18BB9817-13E9-CBAD-5862-6B19C46C0FB8}"/>
          </ac:picMkLst>
        </pc:picChg>
        <pc:picChg chg="add mod">
          <ac:chgData name="Hasini Panapakam" userId="914044c8521aae14" providerId="LiveId" clId="{AD48086C-A07A-4A06-97B0-D3D5924BA9D1}" dt="2026-03-09T08:02:17.827" v="83" actId="14100"/>
          <ac:picMkLst>
            <pc:docMk/>
            <pc:sldMk cId="220316168" sldId="349"/>
            <ac:picMk id="11" creationId="{1007212D-089A-C5E3-CB50-15276A757C93}"/>
          </ac:picMkLst>
        </pc:picChg>
      </pc:sldChg>
      <pc:sldChg chg="addSp delSp modSp new mod">
        <pc:chgData name="Hasini Panapakam" userId="914044c8521aae14" providerId="LiveId" clId="{AD48086C-A07A-4A06-97B0-D3D5924BA9D1}" dt="2026-03-09T08:04:07.271" v="107" actId="14100"/>
        <pc:sldMkLst>
          <pc:docMk/>
          <pc:sldMk cId="1752250373" sldId="350"/>
        </pc:sldMkLst>
        <pc:spChg chg="mod">
          <ac:chgData name="Hasini Panapakam" userId="914044c8521aae14" providerId="LiveId" clId="{AD48086C-A07A-4A06-97B0-D3D5924BA9D1}" dt="2026-03-09T08:03:04.676" v="97"/>
          <ac:spMkLst>
            <pc:docMk/>
            <pc:sldMk cId="1752250373" sldId="350"/>
            <ac:spMk id="2" creationId="{4C048F51-B3D9-501D-A441-642F9BF1023A}"/>
          </ac:spMkLst>
        </pc:spChg>
        <pc:spChg chg="del">
          <ac:chgData name="Hasini Panapakam" userId="914044c8521aae14" providerId="LiveId" clId="{AD48086C-A07A-4A06-97B0-D3D5924BA9D1}" dt="2026-03-09T08:03:11.510" v="98" actId="3680"/>
          <ac:spMkLst>
            <pc:docMk/>
            <pc:sldMk cId="1752250373" sldId="350"/>
            <ac:spMk id="3" creationId="{77F2E6B7-A0A4-C7EF-4E31-9F7CB48F5F5B}"/>
          </ac:spMkLst>
        </pc:spChg>
        <pc:graphicFrameChg chg="add mod ord modGraphic">
          <ac:chgData name="Hasini Panapakam" userId="914044c8521aae14" providerId="LiveId" clId="{AD48086C-A07A-4A06-97B0-D3D5924BA9D1}" dt="2026-03-09T08:03:18.020" v="100" actId="14100"/>
          <ac:graphicFrameMkLst>
            <pc:docMk/>
            <pc:sldMk cId="1752250373" sldId="350"/>
            <ac:graphicFrameMk id="7" creationId="{76292DC2-36E7-E021-53EC-9C3F02095798}"/>
          </ac:graphicFrameMkLst>
        </pc:graphicFrameChg>
        <pc:picChg chg="add mod">
          <ac:chgData name="Hasini Panapakam" userId="914044c8521aae14" providerId="LiveId" clId="{AD48086C-A07A-4A06-97B0-D3D5924BA9D1}" dt="2026-03-09T08:04:07.271" v="107" actId="14100"/>
          <ac:picMkLst>
            <pc:docMk/>
            <pc:sldMk cId="1752250373" sldId="350"/>
            <ac:picMk id="9" creationId="{5DC3F479-CE82-9F9B-0598-0BF7222AF5FE}"/>
          </ac:picMkLst>
        </pc:picChg>
      </pc:sldChg>
      <pc:sldChg chg="addSp delSp modSp new mod">
        <pc:chgData name="Hasini Panapakam" userId="914044c8521aae14" providerId="LiveId" clId="{AD48086C-A07A-4A06-97B0-D3D5924BA9D1}" dt="2026-03-09T08:07:04.301" v="132" actId="1076"/>
        <pc:sldMkLst>
          <pc:docMk/>
          <pc:sldMk cId="103099402" sldId="351"/>
        </pc:sldMkLst>
        <pc:spChg chg="mod">
          <ac:chgData name="Hasini Panapakam" userId="914044c8521aae14" providerId="LiveId" clId="{AD48086C-A07A-4A06-97B0-D3D5924BA9D1}" dt="2026-03-09T08:04:53.981" v="117"/>
          <ac:spMkLst>
            <pc:docMk/>
            <pc:sldMk cId="103099402" sldId="351"/>
            <ac:spMk id="2" creationId="{DED9E032-794E-AA5D-D024-6F890B4D2CA7}"/>
          </ac:spMkLst>
        </pc:spChg>
        <pc:spChg chg="del">
          <ac:chgData name="Hasini Panapakam" userId="914044c8521aae14" providerId="LiveId" clId="{AD48086C-A07A-4A06-97B0-D3D5924BA9D1}" dt="2026-03-09T08:05:19.330" v="118" actId="3680"/>
          <ac:spMkLst>
            <pc:docMk/>
            <pc:sldMk cId="103099402" sldId="351"/>
            <ac:spMk id="3" creationId="{4D5D6859-4950-76E7-93A6-8C165F1F2F67}"/>
          </ac:spMkLst>
        </pc:spChg>
        <pc:spChg chg="add del mod">
          <ac:chgData name="Hasini Panapakam" userId="914044c8521aae14" providerId="LiveId" clId="{AD48086C-A07A-4A06-97B0-D3D5924BA9D1}" dt="2026-03-09T08:05:47.480" v="120" actId="3680"/>
          <ac:spMkLst>
            <pc:docMk/>
            <pc:sldMk cId="103099402" sldId="351"/>
            <ac:spMk id="9" creationId="{C6F1D7B0-CEC8-AF24-D29E-A9B6026196C4}"/>
          </ac:spMkLst>
        </pc:spChg>
        <pc:graphicFrameChg chg="add del mod ord modGraphic">
          <ac:chgData name="Hasini Panapakam" userId="914044c8521aae14" providerId="LiveId" clId="{AD48086C-A07A-4A06-97B0-D3D5924BA9D1}" dt="2026-03-09T08:05:44.247" v="119" actId="478"/>
          <ac:graphicFrameMkLst>
            <pc:docMk/>
            <pc:sldMk cId="103099402" sldId="351"/>
            <ac:graphicFrameMk id="7" creationId="{0DBEDE83-CDDF-3745-9983-4AA3D9819C1B}"/>
          </ac:graphicFrameMkLst>
        </pc:graphicFrameChg>
        <pc:graphicFrameChg chg="add mod ord modGraphic">
          <ac:chgData name="Hasini Panapakam" userId="914044c8521aae14" providerId="LiveId" clId="{AD48086C-A07A-4A06-97B0-D3D5924BA9D1}" dt="2026-03-09T08:05:52.197" v="122" actId="14100"/>
          <ac:graphicFrameMkLst>
            <pc:docMk/>
            <pc:sldMk cId="103099402" sldId="351"/>
            <ac:graphicFrameMk id="10" creationId="{BA389D14-38F5-3664-2625-9C2ACBB8B180}"/>
          </ac:graphicFrameMkLst>
        </pc:graphicFrameChg>
        <pc:picChg chg="add mod">
          <ac:chgData name="Hasini Panapakam" userId="914044c8521aae14" providerId="LiveId" clId="{AD48086C-A07A-4A06-97B0-D3D5924BA9D1}" dt="2026-03-09T08:06:24.430" v="126" actId="1076"/>
          <ac:picMkLst>
            <pc:docMk/>
            <pc:sldMk cId="103099402" sldId="351"/>
            <ac:picMk id="12" creationId="{257FD187-405A-7DDC-6911-13F574888287}"/>
          </ac:picMkLst>
        </pc:picChg>
        <pc:picChg chg="add mod">
          <ac:chgData name="Hasini Panapakam" userId="914044c8521aae14" providerId="LiveId" clId="{AD48086C-A07A-4A06-97B0-D3D5924BA9D1}" dt="2026-03-09T08:07:04.301" v="132" actId="1076"/>
          <ac:picMkLst>
            <pc:docMk/>
            <pc:sldMk cId="103099402" sldId="351"/>
            <ac:picMk id="14" creationId="{9B052145-ECFF-94A6-580D-EB7158B0C4C7}"/>
          </ac:picMkLst>
        </pc:picChg>
      </pc:sldChg>
      <pc:sldChg chg="addSp delSp modSp new mod">
        <pc:chgData name="Hasini Panapakam" userId="914044c8521aae14" providerId="LiveId" clId="{AD48086C-A07A-4A06-97B0-D3D5924BA9D1}" dt="2026-03-09T08:12:17.210" v="167" actId="1076"/>
        <pc:sldMkLst>
          <pc:docMk/>
          <pc:sldMk cId="2145576458" sldId="352"/>
        </pc:sldMkLst>
        <pc:spChg chg="mod">
          <ac:chgData name="Hasini Panapakam" userId="914044c8521aae14" providerId="LiveId" clId="{AD48086C-A07A-4A06-97B0-D3D5924BA9D1}" dt="2026-03-09T08:10:40.312" v="153" actId="2711"/>
          <ac:spMkLst>
            <pc:docMk/>
            <pc:sldMk cId="2145576458" sldId="352"/>
            <ac:spMk id="2" creationId="{B1B36E1B-0176-879A-E676-C3661E572775}"/>
          </ac:spMkLst>
        </pc:spChg>
        <pc:spChg chg="del">
          <ac:chgData name="Hasini Panapakam" userId="914044c8521aae14" providerId="LiveId" clId="{AD48086C-A07A-4A06-97B0-D3D5924BA9D1}" dt="2026-03-09T08:10:45.529" v="154" actId="3680"/>
          <ac:spMkLst>
            <pc:docMk/>
            <pc:sldMk cId="2145576458" sldId="352"/>
            <ac:spMk id="3" creationId="{7D7B5AC7-BE08-4F2B-03CA-0F41E640E527}"/>
          </ac:spMkLst>
        </pc:spChg>
        <pc:graphicFrameChg chg="add mod ord modGraphic">
          <ac:chgData name="Hasini Panapakam" userId="914044c8521aae14" providerId="LiveId" clId="{AD48086C-A07A-4A06-97B0-D3D5924BA9D1}" dt="2026-03-09T08:11:21.486" v="161" actId="14100"/>
          <ac:graphicFrameMkLst>
            <pc:docMk/>
            <pc:sldMk cId="2145576458" sldId="352"/>
            <ac:graphicFrameMk id="7" creationId="{9A24F1C6-1564-1593-1F3B-419F9A95AB76}"/>
          </ac:graphicFrameMkLst>
        </pc:graphicFrameChg>
        <pc:picChg chg="add mod">
          <ac:chgData name="Hasini Panapakam" userId="914044c8521aae14" providerId="LiveId" clId="{AD48086C-A07A-4A06-97B0-D3D5924BA9D1}" dt="2026-03-09T08:11:45.548" v="163" actId="1076"/>
          <ac:picMkLst>
            <pc:docMk/>
            <pc:sldMk cId="2145576458" sldId="352"/>
            <ac:picMk id="9" creationId="{825593DE-8AB4-E307-1CFC-8A59589BA47D}"/>
          </ac:picMkLst>
        </pc:picChg>
        <pc:picChg chg="add mod">
          <ac:chgData name="Hasini Panapakam" userId="914044c8521aae14" providerId="LiveId" clId="{AD48086C-A07A-4A06-97B0-D3D5924BA9D1}" dt="2026-03-09T08:12:17.210" v="167" actId="1076"/>
          <ac:picMkLst>
            <pc:docMk/>
            <pc:sldMk cId="2145576458" sldId="352"/>
            <ac:picMk id="11" creationId="{5E0D8DB7-692B-46BB-67B6-20B9D3DBC19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Exchange Rate Calculator Tool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Panapakam Hasini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2520030282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2</a:t>
            </a:r>
          </a:p>
          <a:p>
            <a:pPr marL="0" indent="0" algn="ctr">
              <a:buNone/>
            </a:pPr>
            <a:r>
              <a:rPr lang="en-US" sz="11200" dirty="0"/>
              <a:t>Section: 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079" y="5425372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marL="0" indent="0" algn="ctr">
              <a:buNone/>
            </a:pPr>
            <a:r>
              <a:rPr lang="en-US" sz="9200" dirty="0"/>
              <a:t>of </a:t>
            </a:r>
            <a:endParaRPr lang="en-US" sz="92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9200" dirty="0">
                <a:solidFill>
                  <a:srgbClr val="00B050"/>
                </a:solidFill>
              </a:rPr>
              <a:t>Supervisor Name: </a:t>
            </a:r>
          </a:p>
          <a:p>
            <a:pPr marL="0" indent="0" algn="ctr">
              <a:buNone/>
            </a:pPr>
            <a:r>
              <a:rPr lang="en-US" sz="92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92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6667"/>
            <a:ext cx="10515600" cy="41900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Currency Converter Project is designed to provide users with a simple, efficient, and visually appealing platform to convert values between multiple currencies. Built using Core Java and enhanced with a graphical user interface (GUI), the application integrates both static conversion logic and live exchange rate API to ensure accurate and real-time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results.A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reliable converter helps users quickly calculate values across different currencies without manual effort. This project,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Global Currency Converter Tool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designed to provide accurate, real-time conversions through a user-friendly interface. It combines Core Java programming concepts with API integration and a graphical user interface (GUI) to deliver technical robustness.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BE2FE5-B224-3F46-5C86-F036A479FB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5117" y="3525837"/>
            <a:ext cx="10981766" cy="238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 Currency Converter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Widely used by travelers and individuals for quick conversions.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OANDA Currency Converter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Offers live rates and historical data, popular among traders.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Currency Converter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Built into Google Search for instant conversions.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Yahoo Finance Converter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Provides exchange rates alongside financial market data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DDE1B4E-2A45-D5FD-D572-2FE58BAE5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17" y="-3271612"/>
            <a:ext cx="12098956" cy="767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Currency Converter Plus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Offline mode with updated rates.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Currency Converter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200+ currencies, includes charts and historical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Revolut App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Banking + currency exchange with competitive rates.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903461"/>
          </a:xfrm>
        </p:spPr>
        <p:txBody>
          <a:bodyPr>
            <a:norm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Conversion Logic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GUI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Transparency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Multi-Currency Support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Reliability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B530BD6-52BD-0C36-189C-4F1D8BBF4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1812" y="1559859"/>
            <a:ext cx="7611035" cy="439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ts val="7364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Canva Student Font"/>
                <a:cs typeface="Times New Roman" panose="02020603050405020304" pitchFamily="18" charset="0"/>
                <a:sym typeface="Canva Student Font"/>
              </a:rPr>
              <a:t>1. User Interface Module</a:t>
            </a:r>
          </a:p>
          <a:p>
            <a:pPr algn="ctr">
              <a:lnSpc>
                <a:spcPts val="7364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Canva Student Font"/>
                <a:cs typeface="Times New Roman" panose="02020603050405020304" pitchFamily="18" charset="0"/>
                <a:sym typeface="Canva Student Font"/>
              </a:rPr>
              <a:t>2.Currency Conversion Module</a:t>
            </a:r>
          </a:p>
          <a:p>
            <a:pPr algn="ctr">
              <a:lnSpc>
                <a:spcPts val="7364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Canva Student Font"/>
                <a:cs typeface="Times New Roman" panose="02020603050405020304" pitchFamily="18" charset="0"/>
                <a:sym typeface="Canva Student Font"/>
              </a:rPr>
              <a:t>3.Exchange Rate API Module</a:t>
            </a:r>
          </a:p>
          <a:p>
            <a:pPr algn="ctr">
              <a:lnSpc>
                <a:spcPts val="7364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Canva Student Font"/>
                <a:cs typeface="Times New Roman" panose="02020603050405020304" pitchFamily="18" charset="0"/>
                <a:sym typeface="Canva Student Font"/>
              </a:rPr>
              <a:t>4.Rate Management Module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61511-8086-6073-7883-39B11A5CED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0618" y="2258714"/>
            <a:ext cx="10515600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Conversions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Multi-Currency Operations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Accessibility &amp; Reliability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User Experience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&amp; Technical Value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66F7DF-E222-FDCA-BA6C-054EFED60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75504"/>
            <a:ext cx="121920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B47B4F6-C621-D54C-E547-1A57747C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461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D34AD-3193-41CF-C2BB-A175CDB6F81E}"/>
              </a:ext>
            </a:extLst>
          </p:cNvPr>
          <p:cNvSpPr txBox="1"/>
          <p:nvPr/>
        </p:nvSpPr>
        <p:spPr>
          <a:xfrm>
            <a:off x="596900" y="1766332"/>
            <a:ext cx="11150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CO-1: Internet Fundamentals &amp; CSS Basics</a:t>
            </a:r>
          </a:p>
          <a:p>
            <a:r>
              <a:rPr lang="en-IN" dirty="0"/>
              <a:t>This section establishes the web client-server foundation and core styling.</a:t>
            </a:r>
          </a:p>
          <a:p>
            <a:endParaRPr lang="en-IN" dirty="0"/>
          </a:p>
          <a:p>
            <a:r>
              <a:rPr lang="en-IN" b="1" dirty="0"/>
              <a:t>1.1 HTML Document Structure</a:t>
            </a:r>
          </a:p>
          <a:p>
            <a:endParaRPr lang="en-IN" b="1" dirty="0"/>
          </a:p>
          <a:p>
            <a:r>
              <a:rPr lang="en-IN" b="1" dirty="0"/>
              <a:t>1.2 Core CSS Styling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91D247-3C27-9C4C-E0E6-03F3A5416B09}"/>
              </a:ext>
            </a:extLst>
          </p:cNvPr>
          <p:cNvSpPr txBox="1"/>
          <p:nvPr/>
        </p:nvSpPr>
        <p:spPr>
          <a:xfrm>
            <a:off x="895350" y="3606800"/>
            <a:ext cx="11074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CO-2: HTML Forms, Semantic Tags &amp; Layouts</a:t>
            </a:r>
          </a:p>
          <a:p>
            <a:r>
              <a:rPr lang="en-US" dirty="0"/>
              <a:t>Focuses on structured content, advanced layouts, and responsive design.</a:t>
            </a:r>
          </a:p>
          <a:p>
            <a:endParaRPr lang="en-US" dirty="0"/>
          </a:p>
          <a:p>
            <a:r>
              <a:rPr lang="en-US" b="1" dirty="0"/>
              <a:t>2.1 Forms &amp; Semantic Content</a:t>
            </a:r>
          </a:p>
          <a:p>
            <a:endParaRPr lang="en-US" dirty="0"/>
          </a:p>
          <a:p>
            <a:r>
              <a:rPr lang="en-US" b="1" dirty="0"/>
              <a:t>2.2 Comprehensive Layouts &amp; Animation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Co’s Attainments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550D-1730-34EA-8ABA-9BB036DE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CO-3: JavaScript Programming Essentials</a:t>
            </a:r>
          </a:p>
          <a:p>
            <a:r>
              <a:rPr lang="en-US" dirty="0"/>
              <a:t>Focuses on the core logic and data structures of the application.</a:t>
            </a:r>
          </a:p>
          <a:p>
            <a:r>
              <a:rPr lang="en-US" b="1" dirty="0"/>
              <a:t>3.1 JavaScript Fundamentals</a:t>
            </a:r>
          </a:p>
          <a:p>
            <a:endParaRPr lang="en-US" b="1" dirty="0"/>
          </a:p>
          <a:p>
            <a:r>
              <a:rPr lang="en-IN" b="1" dirty="0"/>
              <a:t>CO-4: JavaScript Interactivity, DOM &amp; Async</a:t>
            </a:r>
          </a:p>
          <a:p>
            <a:r>
              <a:rPr lang="en-IN" dirty="0"/>
              <a:t>Covers how the app responds to users and interacts with browser storage.</a:t>
            </a:r>
          </a:p>
          <a:p>
            <a:endParaRPr lang="en-IN" dirty="0"/>
          </a:p>
          <a:p>
            <a:r>
              <a:rPr lang="en-IN" b="1" dirty="0"/>
              <a:t>4.1 DOM Manipulation &amp; Events</a:t>
            </a:r>
          </a:p>
          <a:p>
            <a:endParaRPr lang="en-IN" b="1" dirty="0"/>
          </a:p>
          <a:p>
            <a:r>
              <a:rPr lang="en-IN" b="1" dirty="0"/>
              <a:t>4.2 Storage &amp; Async Programming</a:t>
            </a:r>
          </a:p>
          <a:p>
            <a:endParaRPr lang="en-IN" b="1" dirty="0"/>
          </a:p>
          <a:p>
            <a:r>
              <a:rPr lang="en-US" b="1" dirty="0"/>
              <a:t>CO-5: Advanced Web Development</a:t>
            </a:r>
          </a:p>
          <a:p>
            <a:r>
              <a:rPr lang="en-US" dirty="0"/>
              <a:t>Highlights integration with external services and robust error handling.</a:t>
            </a:r>
          </a:p>
          <a:p>
            <a:endParaRPr lang="en-US" dirty="0"/>
          </a:p>
          <a:p>
            <a:r>
              <a:rPr lang="en-US" b="1" dirty="0"/>
              <a:t>5.1 API Integration &amp; Exception Handling</a:t>
            </a:r>
          </a:p>
          <a:p>
            <a:endParaRPr lang="en-IN" b="1" dirty="0"/>
          </a:p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900" y="215153"/>
            <a:ext cx="10173182" cy="1281953"/>
          </a:xfrm>
        </p:spPr>
        <p:txBody>
          <a:bodyPr/>
          <a:lstStyle/>
          <a:p>
            <a:pPr algn="ctr"/>
            <a:r>
              <a:rPr lang="en-US" dirty="0"/>
              <a:t>Screenshots for FWD &amp; DSA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6E7479-F0C7-973A-3F86-9DC83C503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961040"/>
              </p:ext>
            </p:extLst>
          </p:nvPr>
        </p:nvGraphicFramePr>
        <p:xfrm>
          <a:off x="618565" y="1825625"/>
          <a:ext cx="10663518" cy="435133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31759">
                  <a:extLst>
                    <a:ext uri="{9D8B030D-6E8A-4147-A177-3AD203B41FA5}">
                      <a16:colId xmlns:a16="http://schemas.microsoft.com/office/drawing/2014/main" val="3909805098"/>
                    </a:ext>
                  </a:extLst>
                </a:gridCol>
                <a:gridCol w="5331759">
                  <a:extLst>
                    <a:ext uri="{9D8B030D-6E8A-4147-A177-3AD203B41FA5}">
                      <a16:colId xmlns:a16="http://schemas.microsoft.com/office/drawing/2014/main" val="3988718879"/>
                    </a:ext>
                  </a:extLst>
                </a:gridCol>
              </a:tblGrid>
              <a:tr h="435133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83451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094F695-8F2D-3833-87B0-39CD328EB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8" y="3178498"/>
            <a:ext cx="5369859" cy="29338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78D6C9-E9D5-5064-A2F0-67C563737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324" y="3178498"/>
            <a:ext cx="5331758" cy="28954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8AF5CE-364F-8E93-C811-EDD00A85B09E}"/>
              </a:ext>
            </a:extLst>
          </p:cNvPr>
          <p:cNvSpPr txBox="1"/>
          <p:nvPr/>
        </p:nvSpPr>
        <p:spPr>
          <a:xfrm>
            <a:off x="2519082" y="2240452"/>
            <a:ext cx="7395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CO-1: Internet Fundamentals &amp; CSS Basics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3D34-C3DE-9291-6427-8A49BB6E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CO-2: </a:t>
            </a:r>
            <a:r>
              <a:rPr lang="en-US" dirty="0"/>
              <a:t>HTML Forms, Semantic Tags &amp; Layouts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61C5DD2-EAA5-6F24-A39D-7B53D5BD6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561663"/>
              </p:ext>
            </p:extLst>
          </p:nvPr>
        </p:nvGraphicFramePr>
        <p:xfrm>
          <a:off x="838200" y="1825624"/>
          <a:ext cx="10515600" cy="404625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882065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47765983"/>
                    </a:ext>
                  </a:extLst>
                </a:gridCol>
              </a:tblGrid>
              <a:tr h="404625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41586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EBF34-4501-1B76-ECD6-516BEED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BB77B-D58C-6BE9-E45B-0A78FD57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FCECA-1B93-B304-8186-DDF3F5B5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BB9817-13E9-CBAD-5862-6B19C46C0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6536"/>
            <a:ext cx="5257800" cy="3524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07212D-089A-C5E3-CB50-15276A757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83859"/>
            <a:ext cx="5257800" cy="252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8F51-B3D9-501D-A441-642F9BF1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CO-3: </a:t>
            </a:r>
            <a:r>
              <a:rPr lang="en-IN" sz="2800" dirty="0"/>
              <a:t>JavaScript Programming Essentials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6292DC2-36E7-E021-53EC-9C3F020957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277868"/>
              </p:ext>
            </p:extLst>
          </p:nvPr>
        </p:nvGraphicFramePr>
        <p:xfrm>
          <a:off x="838200" y="1825625"/>
          <a:ext cx="10515600" cy="43869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090749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49827147"/>
                    </a:ext>
                  </a:extLst>
                </a:gridCol>
              </a:tblGrid>
              <a:tr h="438691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107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E3021-0C34-5AD9-00F7-D297E8E5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63387-6B93-2A42-BF04-1A68C517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E09E6-D26C-3245-8A10-6E48CE34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C3F479-CE82-9F9B-0598-0BF7222A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53" y="1834497"/>
            <a:ext cx="9166412" cy="437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50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9E032-794E-AA5D-D024-6F890B4D2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CO-4: </a:t>
            </a:r>
            <a:r>
              <a:rPr lang="en-IN" sz="2800" dirty="0"/>
              <a:t>JS Interactivity, DOM &amp; Async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6366E-D759-2201-6C54-F83252E2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3226F-E227-8204-9CF3-E00B2DE8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F912F-9277-F361-0607-24554205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A389D14-38F5-3664-2625-9C2ACBB8B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654662"/>
              </p:ext>
            </p:extLst>
          </p:nvPr>
        </p:nvGraphicFramePr>
        <p:xfrm>
          <a:off x="838200" y="1825625"/>
          <a:ext cx="10515600" cy="425244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521078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74060461"/>
                    </a:ext>
                  </a:extLst>
                </a:gridCol>
              </a:tblGrid>
              <a:tr h="42524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01216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57FD187-405A-7DDC-6911-13F574888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1" y="2447464"/>
            <a:ext cx="5818669" cy="32092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052145-ECFF-94A6-580D-EB7158B0C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5892230" cy="283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9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6E1B-0176-879A-E676-C3661E57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CO-5: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IN" sz="2800" dirty="0"/>
              <a:t> Web Development &amp; Deployment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A24F1C6-1564-1593-1F3B-419F9A95AB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0393095"/>
              </p:ext>
            </p:extLst>
          </p:nvPr>
        </p:nvGraphicFramePr>
        <p:xfrm>
          <a:off x="838200" y="1825625"/>
          <a:ext cx="10515600" cy="425244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730317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60130657"/>
                    </a:ext>
                  </a:extLst>
                </a:gridCol>
              </a:tblGrid>
              <a:tr h="42524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97350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180C-7CA6-5E3F-A295-CD9EF6272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0E6B-27E4-0834-BAB5-847BCE5E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F2B68-14A0-437A-2020-23CD2811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5593DE-8AB4-E307-1CFC-8A59589B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30" y="1690688"/>
            <a:ext cx="6178868" cy="3130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0D8DB7-692B-46BB-67B6-20B9D3DBC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589" y="4318588"/>
            <a:ext cx="6521785" cy="1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76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6295"/>
            <a:ext cx="10515600" cy="5512820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addresses the limitations of existing systems by combining static conversion logic with live exchange rate API integration.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hybrid approach ensures both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in offline scenarios.</a:t>
            </a:r>
          </a:p>
          <a:p>
            <a:pPr marL="0" indent="0" algn="just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its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graphical interface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simplifies complex calculations, making currency conversion accessible to all users.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365125"/>
            <a:ext cx="7772400" cy="1325563"/>
          </a:xfrm>
        </p:spPr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170E32-BF93-BA89-8A04-CFC511637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144" y="1594435"/>
            <a:ext cx="5600856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C9FF33-C36B-E1F7-8F02-662AE0E89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0" y="1690688"/>
            <a:ext cx="5429529" cy="402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3931</TotalTime>
  <Words>656</Words>
  <Application>Microsoft Office PowerPoint</Application>
  <PresentationFormat>Widescreen</PresentationFormat>
  <Paragraphs>172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Custom Design</vt:lpstr>
      <vt:lpstr>Title: Currency Exchange Rate Calculator Tool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</vt:lpstr>
      <vt:lpstr>                         Co’s Attainments </vt:lpstr>
      <vt:lpstr>Screenshots for FWD &amp; DSA</vt:lpstr>
      <vt:lpstr>CO-2: HTML Forms, Semantic Tags &amp; Layouts</vt:lpstr>
      <vt:lpstr>CO-3: JavaScript Programming Essentials</vt:lpstr>
      <vt:lpstr>CO-4: JS Interactivity, DOM &amp; Async</vt:lpstr>
      <vt:lpstr>CO-5:  Advanced Web Development &amp; Deployment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Hasini Panapakam</cp:lastModifiedBy>
  <cp:revision>52</cp:revision>
  <dcterms:created xsi:type="dcterms:W3CDTF">2022-05-20T10:20:31Z</dcterms:created>
  <dcterms:modified xsi:type="dcterms:W3CDTF">2026-03-09T15:43:13Z</dcterms:modified>
</cp:coreProperties>
</file>