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33413700" cy="47244000"/>
  <p:notesSz cx="6858000" cy="9144000"/>
  <p:embeddedFontLst>
    <p:embeddedFont>
      <p:font typeface="Brittany" panose="020B0604020202020204" charset="0"/>
      <p:regular r:id="rId3"/>
    </p:embeddedFont>
    <p:embeddedFont>
      <p:font typeface="Comic Sans" panose="020B0604020202020204" charset="0"/>
      <p:regular r:id="rId4"/>
    </p:embeddedFont>
    <p:embeddedFont>
      <p:font typeface="Times New Roman Bold" panose="02020803070505020304" pitchFamily="18" charset="0"/>
      <p:regular r:id="rId5"/>
      <p:bold r:id="rId6"/>
    </p:embeddedFont>
    <p:embeddedFont>
      <p:font typeface="Times New Roman Bold Italics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" d="100"/>
          <a:sy n="10" d="100"/>
        </p:scale>
        <p:origin x="2084" y="-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8F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838707" y="-7824728"/>
            <a:ext cx="31903954" cy="29577790"/>
          </a:xfrm>
          <a:custGeom>
            <a:avLst/>
            <a:gdLst/>
            <a:ahLst/>
            <a:cxnLst/>
            <a:rect l="l" t="t" r="r" b="b"/>
            <a:pathLst>
              <a:path w="31903954" h="29577790">
                <a:moveTo>
                  <a:pt x="0" y="0"/>
                </a:moveTo>
                <a:lnTo>
                  <a:pt x="31903954" y="0"/>
                </a:lnTo>
                <a:lnTo>
                  <a:pt x="31903954" y="29577790"/>
                </a:lnTo>
                <a:lnTo>
                  <a:pt x="0" y="295777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</a:blip>
            <a:stretch>
              <a:fillRect t="-4408" b="-4408"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5890361" y="29884938"/>
            <a:ext cx="35844211" cy="33230758"/>
          </a:xfrm>
          <a:custGeom>
            <a:avLst/>
            <a:gdLst/>
            <a:ahLst/>
            <a:cxnLst/>
            <a:rect l="l" t="t" r="r" b="b"/>
            <a:pathLst>
              <a:path w="35844211" h="33230758">
                <a:moveTo>
                  <a:pt x="35844211" y="33230757"/>
                </a:moveTo>
                <a:lnTo>
                  <a:pt x="0" y="33230757"/>
                </a:lnTo>
                <a:lnTo>
                  <a:pt x="0" y="0"/>
                </a:lnTo>
                <a:lnTo>
                  <a:pt x="35844211" y="0"/>
                </a:lnTo>
                <a:lnTo>
                  <a:pt x="35844211" y="33230757"/>
                </a:lnTo>
                <a:close/>
              </a:path>
            </a:pathLst>
          </a:custGeom>
          <a:blipFill>
            <a:blip r:embed="rId3">
              <a:alphaModFix amt="49000"/>
            </a:blip>
            <a:stretch>
              <a:fillRect t="-4408" b="-440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3065247" y="-498996"/>
            <a:ext cx="18614732" cy="25659753"/>
          </a:xfrm>
          <a:custGeom>
            <a:avLst/>
            <a:gdLst/>
            <a:ahLst/>
            <a:cxnLst/>
            <a:rect l="l" t="t" r="r" b="b"/>
            <a:pathLst>
              <a:path w="18614732" h="25659753">
                <a:moveTo>
                  <a:pt x="0" y="0"/>
                </a:moveTo>
                <a:lnTo>
                  <a:pt x="18614733" y="0"/>
                </a:lnTo>
                <a:lnTo>
                  <a:pt x="18614733" y="25659753"/>
                </a:lnTo>
                <a:lnTo>
                  <a:pt x="0" y="256597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7000"/>
            </a:blip>
            <a:stretch>
              <a:fillRect t="-4408" b="-4408"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7994079" y="28545803"/>
            <a:ext cx="18614732" cy="25659753"/>
          </a:xfrm>
          <a:custGeom>
            <a:avLst/>
            <a:gdLst/>
            <a:ahLst/>
            <a:cxnLst/>
            <a:rect l="l" t="t" r="r" b="b"/>
            <a:pathLst>
              <a:path w="18614732" h="25659753">
                <a:moveTo>
                  <a:pt x="18614733" y="25659753"/>
                </a:moveTo>
                <a:lnTo>
                  <a:pt x="0" y="25659753"/>
                </a:lnTo>
                <a:lnTo>
                  <a:pt x="0" y="0"/>
                </a:lnTo>
                <a:lnTo>
                  <a:pt x="18614733" y="0"/>
                </a:lnTo>
                <a:lnTo>
                  <a:pt x="18614733" y="25659753"/>
                </a:lnTo>
                <a:close/>
              </a:path>
            </a:pathLst>
          </a:custGeom>
          <a:blipFill>
            <a:blip r:embed="rId5">
              <a:alphaModFix amt="17000"/>
            </a:blip>
            <a:stretch>
              <a:fillRect t="-4408" b="-440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641009" y="0"/>
            <a:ext cx="11852651" cy="4366007"/>
          </a:xfrm>
          <a:custGeom>
            <a:avLst/>
            <a:gdLst/>
            <a:ahLst/>
            <a:cxnLst/>
            <a:rect l="l" t="t" r="r" b="b"/>
            <a:pathLst>
              <a:path w="11852651" h="4366007">
                <a:moveTo>
                  <a:pt x="0" y="0"/>
                </a:moveTo>
                <a:lnTo>
                  <a:pt x="11852651" y="0"/>
                </a:lnTo>
                <a:lnTo>
                  <a:pt x="11852651" y="4366007"/>
                </a:lnTo>
                <a:lnTo>
                  <a:pt x="0" y="43660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6800" b="-11596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442574" y="24686226"/>
            <a:ext cx="31232611" cy="6138910"/>
            <a:chOff x="0" y="0"/>
            <a:chExt cx="2132233" cy="4191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32233" cy="419100"/>
            </a:xfrm>
            <a:custGeom>
              <a:avLst/>
              <a:gdLst/>
              <a:ahLst/>
              <a:cxnLst/>
              <a:rect l="l" t="t" r="r" b="b"/>
              <a:pathLst>
                <a:path w="2132233" h="419100">
                  <a:moveTo>
                    <a:pt x="5035" y="0"/>
                  </a:moveTo>
                  <a:lnTo>
                    <a:pt x="2127198" y="0"/>
                  </a:lnTo>
                  <a:cubicBezTo>
                    <a:pt x="2128533" y="0"/>
                    <a:pt x="2129814" y="530"/>
                    <a:pt x="2130758" y="1475"/>
                  </a:cubicBezTo>
                  <a:cubicBezTo>
                    <a:pt x="2131703" y="2419"/>
                    <a:pt x="2132233" y="3700"/>
                    <a:pt x="2132233" y="5035"/>
                  </a:cubicBezTo>
                  <a:lnTo>
                    <a:pt x="2132233" y="414065"/>
                  </a:lnTo>
                  <a:cubicBezTo>
                    <a:pt x="2132233" y="415400"/>
                    <a:pt x="2131703" y="416681"/>
                    <a:pt x="2130758" y="417625"/>
                  </a:cubicBezTo>
                  <a:cubicBezTo>
                    <a:pt x="2129814" y="418570"/>
                    <a:pt x="2128533" y="419100"/>
                    <a:pt x="2127198" y="419100"/>
                  </a:cubicBezTo>
                  <a:lnTo>
                    <a:pt x="5035" y="419100"/>
                  </a:lnTo>
                  <a:cubicBezTo>
                    <a:pt x="3700" y="419100"/>
                    <a:pt x="2419" y="418570"/>
                    <a:pt x="1475" y="417625"/>
                  </a:cubicBezTo>
                  <a:cubicBezTo>
                    <a:pt x="530" y="416681"/>
                    <a:pt x="0" y="415400"/>
                    <a:pt x="0" y="414065"/>
                  </a:cubicBezTo>
                  <a:lnTo>
                    <a:pt x="0" y="5035"/>
                  </a:lnTo>
                  <a:cubicBezTo>
                    <a:pt x="0" y="3700"/>
                    <a:pt x="530" y="2419"/>
                    <a:pt x="1475" y="1475"/>
                  </a:cubicBezTo>
                  <a:cubicBezTo>
                    <a:pt x="2419" y="530"/>
                    <a:pt x="3700" y="0"/>
                    <a:pt x="5035" y="0"/>
                  </a:cubicBezTo>
                  <a:close/>
                </a:path>
              </a:pathLst>
            </a:custGeom>
            <a:solidFill>
              <a:srgbClr val="D38F88">
                <a:alpha val="55686"/>
              </a:srgbClr>
            </a:solidFill>
            <a:ln w="95250" cap="rnd">
              <a:solidFill>
                <a:srgbClr val="000000">
                  <a:alpha val="55686"/>
                </a:srgbClr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132233" cy="476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1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42574" y="31046101"/>
            <a:ext cx="15465020" cy="5679070"/>
            <a:chOff x="0" y="0"/>
            <a:chExt cx="1055788" cy="38770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55788" cy="387707"/>
            </a:xfrm>
            <a:custGeom>
              <a:avLst/>
              <a:gdLst/>
              <a:ahLst/>
              <a:cxnLst/>
              <a:rect l="l" t="t" r="r" b="b"/>
              <a:pathLst>
                <a:path w="1055788" h="387707">
                  <a:moveTo>
                    <a:pt x="10169" y="0"/>
                  </a:moveTo>
                  <a:lnTo>
                    <a:pt x="1045620" y="0"/>
                  </a:lnTo>
                  <a:cubicBezTo>
                    <a:pt x="1048317" y="0"/>
                    <a:pt x="1050903" y="1071"/>
                    <a:pt x="1052810" y="2978"/>
                  </a:cubicBezTo>
                  <a:cubicBezTo>
                    <a:pt x="1054717" y="4885"/>
                    <a:pt x="1055788" y="7472"/>
                    <a:pt x="1055788" y="10169"/>
                  </a:cubicBezTo>
                  <a:lnTo>
                    <a:pt x="1055788" y="377538"/>
                  </a:lnTo>
                  <a:cubicBezTo>
                    <a:pt x="1055788" y="380235"/>
                    <a:pt x="1054717" y="382822"/>
                    <a:pt x="1052810" y="384729"/>
                  </a:cubicBezTo>
                  <a:cubicBezTo>
                    <a:pt x="1050903" y="386636"/>
                    <a:pt x="1048317" y="387707"/>
                    <a:pt x="1045620" y="387707"/>
                  </a:cubicBezTo>
                  <a:lnTo>
                    <a:pt x="10169" y="387707"/>
                  </a:lnTo>
                  <a:cubicBezTo>
                    <a:pt x="4553" y="387707"/>
                    <a:pt x="0" y="383154"/>
                    <a:pt x="0" y="377538"/>
                  </a:cubicBezTo>
                  <a:lnTo>
                    <a:pt x="0" y="10169"/>
                  </a:lnTo>
                  <a:cubicBezTo>
                    <a:pt x="0" y="7472"/>
                    <a:pt x="1071" y="4885"/>
                    <a:pt x="2978" y="2978"/>
                  </a:cubicBezTo>
                  <a:cubicBezTo>
                    <a:pt x="4885" y="1071"/>
                    <a:pt x="7472" y="0"/>
                    <a:pt x="10169" y="0"/>
                  </a:cubicBezTo>
                  <a:close/>
                </a:path>
              </a:pathLst>
            </a:custGeom>
            <a:solidFill>
              <a:srgbClr val="D38F88">
                <a:alpha val="45882"/>
              </a:srgbClr>
            </a:solidFill>
            <a:ln w="76200" cap="rnd">
              <a:solidFill>
                <a:srgbClr val="000000">
                  <a:alpha val="45882"/>
                </a:srgbClr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055788" cy="444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190431" y="31101342"/>
            <a:ext cx="15484753" cy="5623829"/>
            <a:chOff x="0" y="0"/>
            <a:chExt cx="1057135" cy="3839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57135" cy="383936"/>
            </a:xfrm>
            <a:custGeom>
              <a:avLst/>
              <a:gdLst/>
              <a:ahLst/>
              <a:cxnLst/>
              <a:rect l="l" t="t" r="r" b="b"/>
              <a:pathLst>
                <a:path w="1057135" h="383936">
                  <a:moveTo>
                    <a:pt x="10156" y="0"/>
                  </a:moveTo>
                  <a:lnTo>
                    <a:pt x="1046980" y="0"/>
                  </a:lnTo>
                  <a:cubicBezTo>
                    <a:pt x="1052589" y="0"/>
                    <a:pt x="1057135" y="4547"/>
                    <a:pt x="1057135" y="10156"/>
                  </a:cubicBezTo>
                  <a:lnTo>
                    <a:pt x="1057135" y="373780"/>
                  </a:lnTo>
                  <a:cubicBezTo>
                    <a:pt x="1057135" y="376473"/>
                    <a:pt x="1056065" y="379057"/>
                    <a:pt x="1054161" y="380961"/>
                  </a:cubicBezTo>
                  <a:cubicBezTo>
                    <a:pt x="1052256" y="382866"/>
                    <a:pt x="1049673" y="383936"/>
                    <a:pt x="1046980" y="383936"/>
                  </a:cubicBezTo>
                  <a:lnTo>
                    <a:pt x="10156" y="383936"/>
                  </a:lnTo>
                  <a:cubicBezTo>
                    <a:pt x="4547" y="383936"/>
                    <a:pt x="0" y="379389"/>
                    <a:pt x="0" y="373780"/>
                  </a:cubicBezTo>
                  <a:lnTo>
                    <a:pt x="0" y="10156"/>
                  </a:lnTo>
                  <a:cubicBezTo>
                    <a:pt x="0" y="4547"/>
                    <a:pt x="4547" y="0"/>
                    <a:pt x="10156" y="0"/>
                  </a:cubicBezTo>
                  <a:close/>
                </a:path>
              </a:pathLst>
            </a:custGeom>
            <a:solidFill>
              <a:srgbClr val="D38F88">
                <a:alpha val="53725"/>
              </a:srgbClr>
            </a:solidFill>
            <a:ln w="76200" cap="rnd">
              <a:solidFill>
                <a:srgbClr val="000000">
                  <a:alpha val="53725"/>
                </a:srgbClr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057135" cy="4410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1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42574" y="36973756"/>
            <a:ext cx="15465020" cy="5305685"/>
            <a:chOff x="0" y="0"/>
            <a:chExt cx="1055788" cy="36221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55788" cy="362216"/>
            </a:xfrm>
            <a:custGeom>
              <a:avLst/>
              <a:gdLst/>
              <a:ahLst/>
              <a:cxnLst/>
              <a:rect l="l" t="t" r="r" b="b"/>
              <a:pathLst>
                <a:path w="1055788" h="362216">
                  <a:moveTo>
                    <a:pt x="10169" y="0"/>
                  </a:moveTo>
                  <a:lnTo>
                    <a:pt x="1045620" y="0"/>
                  </a:lnTo>
                  <a:cubicBezTo>
                    <a:pt x="1048317" y="0"/>
                    <a:pt x="1050903" y="1071"/>
                    <a:pt x="1052810" y="2978"/>
                  </a:cubicBezTo>
                  <a:cubicBezTo>
                    <a:pt x="1054717" y="4885"/>
                    <a:pt x="1055788" y="7472"/>
                    <a:pt x="1055788" y="10169"/>
                  </a:cubicBezTo>
                  <a:lnTo>
                    <a:pt x="1055788" y="352048"/>
                  </a:lnTo>
                  <a:cubicBezTo>
                    <a:pt x="1055788" y="354744"/>
                    <a:pt x="1054717" y="357331"/>
                    <a:pt x="1052810" y="359238"/>
                  </a:cubicBezTo>
                  <a:cubicBezTo>
                    <a:pt x="1050903" y="361145"/>
                    <a:pt x="1048317" y="362216"/>
                    <a:pt x="1045620" y="362216"/>
                  </a:cubicBezTo>
                  <a:lnTo>
                    <a:pt x="10169" y="362216"/>
                  </a:lnTo>
                  <a:cubicBezTo>
                    <a:pt x="4553" y="362216"/>
                    <a:pt x="0" y="357664"/>
                    <a:pt x="0" y="352048"/>
                  </a:cubicBezTo>
                  <a:lnTo>
                    <a:pt x="0" y="10169"/>
                  </a:lnTo>
                  <a:cubicBezTo>
                    <a:pt x="0" y="7472"/>
                    <a:pt x="1071" y="4885"/>
                    <a:pt x="2978" y="2978"/>
                  </a:cubicBezTo>
                  <a:cubicBezTo>
                    <a:pt x="4885" y="1071"/>
                    <a:pt x="7472" y="0"/>
                    <a:pt x="10169" y="0"/>
                  </a:cubicBezTo>
                  <a:close/>
                </a:path>
              </a:pathLst>
            </a:custGeom>
            <a:solidFill>
              <a:srgbClr val="D38F88">
                <a:alpha val="55686"/>
              </a:srgbClr>
            </a:solidFill>
            <a:ln w="66675" cap="rnd">
              <a:solidFill>
                <a:srgbClr val="000000">
                  <a:alpha val="55686"/>
                </a:srgbClr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055788" cy="419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1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7190431" y="36946135"/>
            <a:ext cx="15484753" cy="5305685"/>
            <a:chOff x="0" y="0"/>
            <a:chExt cx="1057135" cy="3622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57135" cy="362216"/>
            </a:xfrm>
            <a:custGeom>
              <a:avLst/>
              <a:gdLst/>
              <a:ahLst/>
              <a:cxnLst/>
              <a:rect l="l" t="t" r="r" b="b"/>
              <a:pathLst>
                <a:path w="1057135" h="362216">
                  <a:moveTo>
                    <a:pt x="10156" y="0"/>
                  </a:moveTo>
                  <a:lnTo>
                    <a:pt x="1046980" y="0"/>
                  </a:lnTo>
                  <a:cubicBezTo>
                    <a:pt x="1052589" y="0"/>
                    <a:pt x="1057135" y="4547"/>
                    <a:pt x="1057135" y="10156"/>
                  </a:cubicBezTo>
                  <a:lnTo>
                    <a:pt x="1057135" y="352060"/>
                  </a:lnTo>
                  <a:cubicBezTo>
                    <a:pt x="1057135" y="354754"/>
                    <a:pt x="1056065" y="357337"/>
                    <a:pt x="1054161" y="359242"/>
                  </a:cubicBezTo>
                  <a:cubicBezTo>
                    <a:pt x="1052256" y="361146"/>
                    <a:pt x="1049673" y="362216"/>
                    <a:pt x="1046980" y="362216"/>
                  </a:cubicBezTo>
                  <a:lnTo>
                    <a:pt x="10156" y="362216"/>
                  </a:lnTo>
                  <a:cubicBezTo>
                    <a:pt x="4547" y="362216"/>
                    <a:pt x="0" y="357669"/>
                    <a:pt x="0" y="352060"/>
                  </a:cubicBezTo>
                  <a:lnTo>
                    <a:pt x="0" y="10156"/>
                  </a:lnTo>
                  <a:cubicBezTo>
                    <a:pt x="0" y="4547"/>
                    <a:pt x="4547" y="0"/>
                    <a:pt x="10156" y="0"/>
                  </a:cubicBezTo>
                  <a:close/>
                </a:path>
              </a:pathLst>
            </a:custGeom>
            <a:solidFill>
              <a:srgbClr val="D38F88">
                <a:alpha val="54902"/>
              </a:srgbClr>
            </a:solidFill>
            <a:ln w="66675" cap="rnd">
              <a:solidFill>
                <a:srgbClr val="000000">
                  <a:alpha val="54902"/>
                </a:srgbClr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1057135" cy="419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1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5833548" y="41832612"/>
            <a:ext cx="6720389" cy="5927400"/>
            <a:chOff x="0" y="0"/>
            <a:chExt cx="7036817" cy="6206490"/>
          </a:xfrm>
        </p:grpSpPr>
        <p:sp>
          <p:nvSpPr>
            <p:cNvPr id="23" name="Freeform 23"/>
            <p:cNvSpPr/>
            <p:nvPr/>
          </p:nvSpPr>
          <p:spPr>
            <a:xfrm>
              <a:off x="339986" y="548515"/>
              <a:ext cx="6282585" cy="5147728"/>
            </a:xfrm>
            <a:custGeom>
              <a:avLst/>
              <a:gdLst/>
              <a:ahLst/>
              <a:cxnLst/>
              <a:rect l="l" t="t" r="r" b="b"/>
              <a:pathLst>
                <a:path w="6282585" h="5147728">
                  <a:moveTo>
                    <a:pt x="5957691" y="4017135"/>
                  </a:moveTo>
                  <a:cubicBezTo>
                    <a:pt x="5971661" y="4004435"/>
                    <a:pt x="5986901" y="3991735"/>
                    <a:pt x="6000871" y="3979035"/>
                  </a:cubicBezTo>
                  <a:cubicBezTo>
                    <a:pt x="6003411" y="3980305"/>
                    <a:pt x="6004681" y="3982845"/>
                    <a:pt x="6007221" y="3984115"/>
                  </a:cubicBezTo>
                  <a:cubicBezTo>
                    <a:pt x="6004681" y="3990465"/>
                    <a:pt x="6003411" y="3999355"/>
                    <a:pt x="5999601" y="4004435"/>
                  </a:cubicBezTo>
                  <a:cubicBezTo>
                    <a:pt x="5849741" y="4187315"/>
                    <a:pt x="5721471" y="4389245"/>
                    <a:pt x="5544941" y="4549265"/>
                  </a:cubicBezTo>
                  <a:cubicBezTo>
                    <a:pt x="5298561" y="4772785"/>
                    <a:pt x="5010271" y="4917565"/>
                    <a:pt x="4692771" y="5007735"/>
                  </a:cubicBezTo>
                  <a:cubicBezTo>
                    <a:pt x="4357491" y="5102985"/>
                    <a:pt x="4014591" y="5138545"/>
                    <a:pt x="3667881" y="5146165"/>
                  </a:cubicBezTo>
                  <a:cubicBezTo>
                    <a:pt x="2502274" y="5156325"/>
                    <a:pt x="2029834" y="5118225"/>
                    <a:pt x="1565014" y="4995035"/>
                  </a:cubicBezTo>
                  <a:cubicBezTo>
                    <a:pt x="1351654" y="4939155"/>
                    <a:pt x="1145914" y="4861685"/>
                    <a:pt x="952874" y="4752465"/>
                  </a:cubicBezTo>
                  <a:cubicBezTo>
                    <a:pt x="630294" y="4569585"/>
                    <a:pt x="402964" y="4301615"/>
                    <a:pt x="255644" y="3963795"/>
                  </a:cubicBezTo>
                  <a:cubicBezTo>
                    <a:pt x="134994" y="3689475"/>
                    <a:pt x="71494" y="3399915"/>
                    <a:pt x="37204" y="3102735"/>
                  </a:cubicBezTo>
                  <a:cubicBezTo>
                    <a:pt x="-8516" y="2709035"/>
                    <a:pt x="-12326" y="2411855"/>
                    <a:pt x="27044" y="2065145"/>
                  </a:cubicBezTo>
                  <a:cubicBezTo>
                    <a:pt x="71494" y="1624455"/>
                    <a:pt x="206114" y="1214245"/>
                    <a:pt x="425824" y="831975"/>
                  </a:cubicBezTo>
                  <a:cubicBezTo>
                    <a:pt x="564254" y="589405"/>
                    <a:pt x="761104" y="406525"/>
                    <a:pt x="1008754" y="276985"/>
                  </a:cubicBezTo>
                  <a:cubicBezTo>
                    <a:pt x="1178934" y="188085"/>
                    <a:pt x="1347844" y="96645"/>
                    <a:pt x="1535804" y="53465"/>
                  </a:cubicBezTo>
                  <a:cubicBezTo>
                    <a:pt x="1629784" y="31875"/>
                    <a:pt x="1725034" y="19175"/>
                    <a:pt x="1820284" y="3935"/>
                  </a:cubicBezTo>
                  <a:cubicBezTo>
                    <a:pt x="1829174" y="2665"/>
                    <a:pt x="1839334" y="5205"/>
                    <a:pt x="1848224" y="10285"/>
                  </a:cubicBezTo>
                  <a:cubicBezTo>
                    <a:pt x="1742814" y="34415"/>
                    <a:pt x="1637404" y="59815"/>
                    <a:pt x="1531994" y="83945"/>
                  </a:cubicBezTo>
                  <a:cubicBezTo>
                    <a:pt x="1533264" y="87755"/>
                    <a:pt x="1533264" y="91565"/>
                    <a:pt x="1534534" y="95375"/>
                  </a:cubicBezTo>
                  <a:cubicBezTo>
                    <a:pt x="1603114" y="83945"/>
                    <a:pt x="1671694" y="71245"/>
                    <a:pt x="1740274" y="61085"/>
                  </a:cubicBezTo>
                  <a:cubicBezTo>
                    <a:pt x="2130164" y="3935"/>
                    <a:pt x="2521324" y="-8765"/>
                    <a:pt x="3600571" y="5205"/>
                  </a:cubicBezTo>
                  <a:cubicBezTo>
                    <a:pt x="3965061" y="19175"/>
                    <a:pt x="4327011" y="54735"/>
                    <a:pt x="4682611" y="138555"/>
                  </a:cubicBezTo>
                  <a:cubicBezTo>
                    <a:pt x="4959471" y="203325"/>
                    <a:pt x="5222361" y="301115"/>
                    <a:pt x="5461121" y="461135"/>
                  </a:cubicBezTo>
                  <a:cubicBezTo>
                    <a:pt x="5786241" y="678305"/>
                    <a:pt x="5990711" y="983105"/>
                    <a:pt x="6111361" y="1350135"/>
                  </a:cubicBezTo>
                  <a:cubicBezTo>
                    <a:pt x="6209151" y="1646045"/>
                    <a:pt x="6256141" y="1952115"/>
                    <a:pt x="6273921" y="2261995"/>
                  </a:cubicBezTo>
                  <a:cubicBezTo>
                    <a:pt x="6290431" y="2411855"/>
                    <a:pt x="6284081" y="2682365"/>
                    <a:pt x="6248521" y="2964305"/>
                  </a:cubicBezTo>
                  <a:cubicBezTo>
                    <a:pt x="6202801" y="3324985"/>
                    <a:pt x="6120251" y="3675505"/>
                    <a:pt x="5956421" y="4003165"/>
                  </a:cubicBezTo>
                  <a:cubicBezTo>
                    <a:pt x="5955151" y="4006975"/>
                    <a:pt x="5953881" y="4010785"/>
                    <a:pt x="5952611" y="4014595"/>
                  </a:cubicBezTo>
                  <a:cubicBezTo>
                    <a:pt x="5953881" y="4014595"/>
                    <a:pt x="5956421" y="4015865"/>
                    <a:pt x="5957691" y="4017135"/>
                  </a:cubicBezTo>
                  <a:close/>
                  <a:moveTo>
                    <a:pt x="2662536" y="62355"/>
                  </a:moveTo>
                  <a:cubicBezTo>
                    <a:pt x="2466714" y="71245"/>
                    <a:pt x="2287644" y="77595"/>
                    <a:pt x="2109844" y="90295"/>
                  </a:cubicBezTo>
                  <a:cubicBezTo>
                    <a:pt x="1844414" y="110615"/>
                    <a:pt x="1582794" y="147445"/>
                    <a:pt x="1328794" y="232535"/>
                  </a:cubicBezTo>
                  <a:cubicBezTo>
                    <a:pt x="1172584" y="284605"/>
                    <a:pt x="1020184" y="348105"/>
                    <a:pt x="890644" y="453515"/>
                  </a:cubicBezTo>
                  <a:cubicBezTo>
                    <a:pt x="720464" y="590675"/>
                    <a:pt x="579494" y="754505"/>
                    <a:pt x="466464" y="942465"/>
                  </a:cubicBezTo>
                  <a:cubicBezTo>
                    <a:pt x="359784" y="1117725"/>
                    <a:pt x="297554" y="1310765"/>
                    <a:pt x="249294" y="1508885"/>
                  </a:cubicBezTo>
                  <a:cubicBezTo>
                    <a:pt x="150234" y="1911475"/>
                    <a:pt x="126104" y="2321685"/>
                    <a:pt x="145154" y="2590925"/>
                  </a:cubicBezTo>
                  <a:cubicBezTo>
                    <a:pt x="159124" y="2890645"/>
                    <a:pt x="201034" y="3186555"/>
                    <a:pt x="288664" y="3474845"/>
                  </a:cubicBezTo>
                  <a:cubicBezTo>
                    <a:pt x="438524" y="3968875"/>
                    <a:pt x="723004" y="4361305"/>
                    <a:pt x="1171314" y="4626735"/>
                  </a:cubicBezTo>
                  <a:cubicBezTo>
                    <a:pt x="1509134" y="4826125"/>
                    <a:pt x="1877434" y="4932805"/>
                    <a:pt x="2263514" y="4981065"/>
                  </a:cubicBezTo>
                  <a:cubicBezTo>
                    <a:pt x="2847349" y="5034405"/>
                    <a:pt x="3816471" y="5028055"/>
                    <a:pt x="4249541" y="4969635"/>
                  </a:cubicBezTo>
                  <a:cubicBezTo>
                    <a:pt x="4647051" y="4915025"/>
                    <a:pt x="5016621" y="4786755"/>
                    <a:pt x="5346821" y="4556885"/>
                  </a:cubicBezTo>
                  <a:cubicBezTo>
                    <a:pt x="5503031" y="4447665"/>
                    <a:pt x="5651621" y="4330825"/>
                    <a:pt x="5760841" y="4168265"/>
                  </a:cubicBezTo>
                  <a:cubicBezTo>
                    <a:pt x="5920861" y="3928235"/>
                    <a:pt x="6028811" y="3666615"/>
                    <a:pt x="6099931" y="3389755"/>
                  </a:cubicBezTo>
                  <a:cubicBezTo>
                    <a:pt x="6211692" y="2949065"/>
                    <a:pt x="6242171" y="2502025"/>
                    <a:pt x="6205342" y="2193415"/>
                  </a:cubicBezTo>
                  <a:cubicBezTo>
                    <a:pt x="6182481" y="1900045"/>
                    <a:pt x="6129141" y="1613025"/>
                    <a:pt x="6030081" y="1336165"/>
                  </a:cubicBezTo>
                  <a:cubicBezTo>
                    <a:pt x="5890381" y="950085"/>
                    <a:pt x="5649081" y="649095"/>
                    <a:pt x="5288401" y="448435"/>
                  </a:cubicBezTo>
                  <a:cubicBezTo>
                    <a:pt x="5078851" y="331595"/>
                    <a:pt x="4854061" y="254125"/>
                    <a:pt x="4621651" y="200785"/>
                  </a:cubicBezTo>
                  <a:cubicBezTo>
                    <a:pt x="4196201" y="102995"/>
                    <a:pt x="3766941" y="69975"/>
                    <a:pt x="2662536" y="62355"/>
                  </a:cubicBezTo>
                  <a:close/>
                  <a:moveTo>
                    <a:pt x="1948554" y="5005195"/>
                  </a:moveTo>
                  <a:cubicBezTo>
                    <a:pt x="1769484" y="4958205"/>
                    <a:pt x="1592954" y="4907405"/>
                    <a:pt x="1422774" y="4838825"/>
                  </a:cubicBezTo>
                  <a:cubicBezTo>
                    <a:pt x="830954" y="4600065"/>
                    <a:pt x="430904" y="4179695"/>
                    <a:pt x="236594" y="3568825"/>
                  </a:cubicBezTo>
                  <a:cubicBezTo>
                    <a:pt x="156584" y="3318635"/>
                    <a:pt x="115944" y="3059555"/>
                    <a:pt x="88004" y="2799205"/>
                  </a:cubicBezTo>
                  <a:cubicBezTo>
                    <a:pt x="86734" y="2804285"/>
                    <a:pt x="86734" y="2809365"/>
                    <a:pt x="86734" y="2814445"/>
                  </a:cubicBezTo>
                  <a:cubicBezTo>
                    <a:pt x="90544" y="2869055"/>
                    <a:pt x="94354" y="2922395"/>
                    <a:pt x="99434" y="2977005"/>
                  </a:cubicBezTo>
                  <a:cubicBezTo>
                    <a:pt x="129914" y="3280535"/>
                    <a:pt x="189604" y="3577715"/>
                    <a:pt x="308984" y="3860925"/>
                  </a:cubicBezTo>
                  <a:cubicBezTo>
                    <a:pt x="463924" y="4231765"/>
                    <a:pt x="709034" y="4521325"/>
                    <a:pt x="1065904" y="4713095"/>
                  </a:cubicBezTo>
                  <a:cubicBezTo>
                    <a:pt x="1256404" y="4815965"/>
                    <a:pt x="1458334" y="4889625"/>
                    <a:pt x="1669154" y="4941695"/>
                  </a:cubicBezTo>
                  <a:cubicBezTo>
                    <a:pt x="1759324" y="4964555"/>
                    <a:pt x="1854574" y="4983605"/>
                    <a:pt x="1948554" y="5005195"/>
                  </a:cubicBezTo>
                  <a:close/>
                </a:path>
              </a:pathLst>
            </a:custGeom>
            <a:gradFill rotWithShape="1">
              <a:gsLst>
                <a:gs pos="0">
                  <a:srgbClr val="731919">
                    <a:alpha val="51000"/>
                  </a:srgbClr>
                </a:gs>
                <a:gs pos="100000">
                  <a:srgbClr val="E52B2B">
                    <a:alpha val="51000"/>
                  </a:srgbClr>
                </a:gs>
              </a:gsLst>
              <a:lin ang="5400000"/>
            </a:gradFill>
          </p:spPr>
        </p:sp>
      </p:grpSp>
      <p:sp>
        <p:nvSpPr>
          <p:cNvPr id="24" name="Freeform 24"/>
          <p:cNvSpPr/>
          <p:nvPr/>
        </p:nvSpPr>
        <p:spPr>
          <a:xfrm>
            <a:off x="1442574" y="11528369"/>
            <a:ext cx="15016556" cy="11879219"/>
          </a:xfrm>
          <a:custGeom>
            <a:avLst/>
            <a:gdLst/>
            <a:ahLst/>
            <a:cxnLst/>
            <a:rect l="l" t="t" r="r" b="b"/>
            <a:pathLst>
              <a:path w="15016556" h="11879219">
                <a:moveTo>
                  <a:pt x="0" y="0"/>
                </a:moveTo>
                <a:lnTo>
                  <a:pt x="15016555" y="0"/>
                </a:lnTo>
                <a:lnTo>
                  <a:pt x="15016555" y="11879219"/>
                </a:lnTo>
                <a:lnTo>
                  <a:pt x="0" y="118792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3205" b="-13205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id="25" name="TextBox 25"/>
          <p:cNvSpPr txBox="1"/>
          <p:nvPr/>
        </p:nvSpPr>
        <p:spPr>
          <a:xfrm>
            <a:off x="19802406" y="11660762"/>
            <a:ext cx="11384675" cy="1186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2"/>
              </a:lnSpc>
              <a:spcBef>
                <a:spcPct val="0"/>
              </a:spcBef>
            </a:pPr>
            <a:r>
              <a:rPr lang="en-US" sz="679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Architecture</a:t>
            </a:r>
          </a:p>
        </p:txBody>
      </p:sp>
      <p:sp>
        <p:nvSpPr>
          <p:cNvPr id="26" name="Freeform 26"/>
          <p:cNvSpPr/>
          <p:nvPr/>
        </p:nvSpPr>
        <p:spPr>
          <a:xfrm>
            <a:off x="17319311" y="11504740"/>
            <a:ext cx="15234626" cy="11902848"/>
          </a:xfrm>
          <a:custGeom>
            <a:avLst/>
            <a:gdLst/>
            <a:ahLst/>
            <a:cxnLst/>
            <a:rect l="l" t="t" r="r" b="b"/>
            <a:pathLst>
              <a:path w="15234626" h="11902848">
                <a:moveTo>
                  <a:pt x="0" y="0"/>
                </a:moveTo>
                <a:lnTo>
                  <a:pt x="15234626" y="0"/>
                </a:lnTo>
                <a:lnTo>
                  <a:pt x="15234626" y="11902848"/>
                </a:lnTo>
                <a:lnTo>
                  <a:pt x="0" y="119028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2448" b="-15542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id="27" name="Freeform 27"/>
          <p:cNvSpPr/>
          <p:nvPr/>
        </p:nvSpPr>
        <p:spPr>
          <a:xfrm>
            <a:off x="1667100" y="42473821"/>
            <a:ext cx="23881939" cy="4569307"/>
          </a:xfrm>
          <a:custGeom>
            <a:avLst/>
            <a:gdLst/>
            <a:ahLst/>
            <a:cxnLst/>
            <a:rect l="l" t="t" r="r" b="b"/>
            <a:pathLst>
              <a:path w="23881939" h="4569307">
                <a:moveTo>
                  <a:pt x="0" y="0"/>
                </a:moveTo>
                <a:lnTo>
                  <a:pt x="23881939" y="0"/>
                </a:lnTo>
                <a:lnTo>
                  <a:pt x="23881939" y="4569307"/>
                </a:lnTo>
                <a:lnTo>
                  <a:pt x="0" y="45693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2000"/>
            </a:blip>
            <a:stretch>
              <a:fillRect t="-53843" r="-5604" b="-72457"/>
            </a:stretch>
          </a:blipFill>
          <a:ln w="19050" cap="sq">
            <a:gradFill>
              <a:gsLst>
                <a:gs pos="0">
                  <a:srgbClr val="731919">
                    <a:alpha val="52000"/>
                  </a:srgbClr>
                </a:gs>
                <a:gs pos="100000">
                  <a:srgbClr val="E52B2B">
                    <a:alpha val="52000"/>
                  </a:srgbClr>
                </a:gs>
              </a:gsLst>
              <a:lin ang="5400000"/>
            </a:gradFill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>
            <a:off x="17959304" y="14319748"/>
            <a:ext cx="14280952" cy="8757289"/>
          </a:xfrm>
          <a:custGeom>
            <a:avLst/>
            <a:gdLst/>
            <a:ahLst/>
            <a:cxnLst/>
            <a:rect l="l" t="t" r="r" b="b"/>
            <a:pathLst>
              <a:path w="14280952" h="8757289">
                <a:moveTo>
                  <a:pt x="0" y="0"/>
                </a:moveTo>
                <a:lnTo>
                  <a:pt x="14280952" y="0"/>
                </a:lnTo>
                <a:lnTo>
                  <a:pt x="14280952" y="8757289"/>
                </a:lnTo>
                <a:lnTo>
                  <a:pt x="0" y="87572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9337" t="-1373" b="-1373"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9293223" y="24778920"/>
            <a:ext cx="9900520" cy="5655672"/>
          </a:xfrm>
          <a:custGeom>
            <a:avLst/>
            <a:gdLst/>
            <a:ahLst/>
            <a:cxnLst/>
            <a:rect l="l" t="t" r="r" b="b"/>
            <a:pathLst>
              <a:path w="9900520" h="5655672">
                <a:moveTo>
                  <a:pt x="0" y="0"/>
                </a:moveTo>
                <a:lnTo>
                  <a:pt x="9900520" y="0"/>
                </a:lnTo>
                <a:lnTo>
                  <a:pt x="9900520" y="5655672"/>
                </a:lnTo>
                <a:lnTo>
                  <a:pt x="0" y="56556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8950851" y="32142197"/>
            <a:ext cx="7430527" cy="4133231"/>
          </a:xfrm>
          <a:custGeom>
            <a:avLst/>
            <a:gdLst/>
            <a:ahLst/>
            <a:cxnLst/>
            <a:rect l="l" t="t" r="r" b="b"/>
            <a:pathLst>
              <a:path w="7430527" h="4133231">
                <a:moveTo>
                  <a:pt x="0" y="0"/>
                </a:moveTo>
                <a:lnTo>
                  <a:pt x="7430528" y="0"/>
                </a:lnTo>
                <a:lnTo>
                  <a:pt x="7430528" y="4133230"/>
                </a:lnTo>
                <a:lnTo>
                  <a:pt x="0" y="41332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24490027" y="32027897"/>
            <a:ext cx="7541297" cy="4477645"/>
          </a:xfrm>
          <a:custGeom>
            <a:avLst/>
            <a:gdLst/>
            <a:ahLst/>
            <a:cxnLst/>
            <a:rect l="l" t="t" r="r" b="b"/>
            <a:pathLst>
              <a:path w="7541297" h="4477645">
                <a:moveTo>
                  <a:pt x="0" y="0"/>
                </a:moveTo>
                <a:lnTo>
                  <a:pt x="7541296" y="0"/>
                </a:lnTo>
                <a:lnTo>
                  <a:pt x="7541296" y="4477644"/>
                </a:lnTo>
                <a:lnTo>
                  <a:pt x="0" y="447764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8079081" y="37907775"/>
            <a:ext cx="8183821" cy="4089375"/>
          </a:xfrm>
          <a:custGeom>
            <a:avLst/>
            <a:gdLst/>
            <a:ahLst/>
            <a:cxnLst/>
            <a:rect l="l" t="t" r="r" b="b"/>
            <a:pathLst>
              <a:path w="8183821" h="4089375">
                <a:moveTo>
                  <a:pt x="0" y="0"/>
                </a:moveTo>
                <a:lnTo>
                  <a:pt x="8183821" y="0"/>
                </a:lnTo>
                <a:lnTo>
                  <a:pt x="8183821" y="4089375"/>
                </a:lnTo>
                <a:lnTo>
                  <a:pt x="0" y="40893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2384" b="-10935"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24243483" y="38126850"/>
            <a:ext cx="8185326" cy="4072200"/>
          </a:xfrm>
          <a:custGeom>
            <a:avLst/>
            <a:gdLst/>
            <a:ahLst/>
            <a:cxnLst/>
            <a:rect l="l" t="t" r="r" b="b"/>
            <a:pathLst>
              <a:path w="8185326" h="4072200">
                <a:moveTo>
                  <a:pt x="0" y="0"/>
                </a:moveTo>
                <a:lnTo>
                  <a:pt x="8185326" y="0"/>
                </a:lnTo>
                <a:lnTo>
                  <a:pt x="8185326" y="4072199"/>
                </a:lnTo>
                <a:lnTo>
                  <a:pt x="0" y="407219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708398" y="13290701"/>
            <a:ext cx="14554504" cy="11086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06"/>
              </a:lnSpc>
            </a:pPr>
            <a:endParaRPr/>
          </a:p>
          <a:p>
            <a:pPr algn="l">
              <a:lnSpc>
                <a:spcPts val="5566"/>
              </a:lnSpc>
            </a:pPr>
            <a:r>
              <a:rPr lang="en-US" sz="397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•The Currency Converter Project is designed to provide users with a simple, efficient, and visually appealing platform to convert values between multiple currencies. Built using Core Java and enhanced with a graphical user interface (GUI), the application integrates both static conversion logic and live exchange rate API to ensure accurate and real-time results.A reliable converter helps users quickly calculate values across different currencies without manual effort. This project, </a:t>
            </a:r>
            <a:r>
              <a:rPr lang="en-US" sz="3976" b="1" i="1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Smart Global Currency Converter Tool</a:t>
            </a:r>
            <a:r>
              <a:rPr lang="en-US" sz="397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, is designed to provide accurate, real-time conversions through a user-friendly interface. It combines Core Java programming concepts with API integration and a graphical user interface (GUI) to deliver technical robustness.</a:t>
            </a:r>
          </a:p>
          <a:p>
            <a:pPr algn="l">
              <a:lnSpc>
                <a:spcPts val="12706"/>
              </a:lnSpc>
              <a:spcBef>
                <a:spcPct val="0"/>
              </a:spcBef>
            </a:pPr>
            <a:endParaRPr lang="en-US" sz="3976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2082780" y="43224246"/>
            <a:ext cx="22850027" cy="3509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28"/>
              </a:lnSpc>
            </a:pPr>
            <a:r>
              <a:rPr lang="en-US" sz="40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•This project successfully addresses the limitations of existing systems by combining static conversion logic with live exchange rate API integration.</a:t>
            </a:r>
          </a:p>
          <a:p>
            <a:pPr algn="just">
              <a:lnSpc>
                <a:spcPts val="5628"/>
              </a:lnSpc>
            </a:pPr>
            <a:endParaRPr lang="en-US" sz="40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5628"/>
              </a:lnSpc>
            </a:pPr>
            <a:r>
              <a:rPr lang="en-US" sz="40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•This hybrid approach ensures both </a:t>
            </a:r>
            <a:r>
              <a:rPr lang="en-US" sz="402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accuracy</a:t>
            </a:r>
            <a:r>
              <a:rPr lang="en-US" sz="40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402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reliability</a:t>
            </a:r>
            <a:r>
              <a:rPr lang="en-US" sz="40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even in offline scenarios.</a:t>
            </a:r>
          </a:p>
          <a:p>
            <a:pPr algn="just">
              <a:lnSpc>
                <a:spcPts val="5628"/>
              </a:lnSpc>
              <a:spcBef>
                <a:spcPct val="0"/>
              </a:spcBef>
            </a:pPr>
            <a:endParaRPr lang="en-US" sz="40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821247" y="31199436"/>
            <a:ext cx="10501502" cy="2979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95"/>
              </a:lnSpc>
            </a:pPr>
            <a:r>
              <a:rPr lang="en-US" sz="42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CO2 – HTML Forms &amp; Input Handling</a:t>
            </a:r>
          </a:p>
          <a:p>
            <a:pPr algn="ctr">
              <a:lnSpc>
                <a:spcPts val="5895"/>
              </a:lnSpc>
            </a:pPr>
            <a:endParaRPr lang="en-US" sz="421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5895"/>
              </a:lnSpc>
            </a:pPr>
            <a:endParaRPr lang="en-US" sz="421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5895"/>
              </a:lnSpc>
              <a:spcBef>
                <a:spcPct val="0"/>
              </a:spcBef>
            </a:pPr>
            <a:endParaRPr lang="en-US" sz="421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082780" y="37080420"/>
            <a:ext cx="14307951" cy="77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34"/>
              </a:lnSpc>
              <a:spcBef>
                <a:spcPct val="0"/>
              </a:spcBef>
            </a:pPr>
            <a:r>
              <a:rPr lang="en-US" sz="44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CO4 – JavaScript Interactivity, DOM &amp; Events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459129" y="31189911"/>
            <a:ext cx="12068375" cy="714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92"/>
              </a:lnSpc>
              <a:spcBef>
                <a:spcPct val="0"/>
              </a:spcBef>
            </a:pPr>
            <a:r>
              <a:rPr lang="en-US" sz="41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CO3 – JavaScript Programming Essentials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7959304" y="37187280"/>
            <a:ext cx="12075310" cy="66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09"/>
              </a:lnSpc>
              <a:spcBef>
                <a:spcPct val="0"/>
              </a:spcBef>
            </a:pPr>
            <a:r>
              <a:rPr lang="en-US" sz="379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CO5 – Advanced Web Development &amp; Deployment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912499" y="25242442"/>
            <a:ext cx="47625" cy="1785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14"/>
              </a:lnSpc>
              <a:spcBef>
                <a:spcPct val="0"/>
              </a:spcBef>
            </a:pPr>
            <a:endParaRPr/>
          </a:p>
        </p:txBody>
      </p:sp>
      <p:sp>
        <p:nvSpPr>
          <p:cNvPr id="41" name="TextBox 41"/>
          <p:cNvSpPr txBox="1"/>
          <p:nvPr/>
        </p:nvSpPr>
        <p:spPr>
          <a:xfrm>
            <a:off x="1783253" y="5080382"/>
            <a:ext cx="31304422" cy="1332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78"/>
              </a:lnSpc>
            </a:pPr>
            <a:r>
              <a:rPr lang="en-US" sz="755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Currency Exchange Rate Calculator Tool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039008" y="6585726"/>
            <a:ext cx="22969383" cy="965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87"/>
              </a:lnSpc>
            </a:pPr>
            <a:r>
              <a:rPr lang="en-US" sz="5776">
                <a:solidFill>
                  <a:srgbClr val="000000"/>
                </a:solidFill>
                <a:latin typeface="Brittany"/>
                <a:ea typeface="Brittany"/>
                <a:cs typeface="Brittany"/>
                <a:sym typeface="Brittany"/>
              </a:rPr>
              <a:t>Project Based Learning From FWD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80482" y="25138414"/>
            <a:ext cx="16591719" cy="877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5"/>
              </a:lnSpc>
              <a:spcBef>
                <a:spcPct val="0"/>
              </a:spcBef>
            </a:pPr>
            <a:r>
              <a:rPr lang="en-US" sz="51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CO1: Algorithm Analysis and Complexity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82130" y="42394675"/>
            <a:ext cx="11259539" cy="890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1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and Future Scope:</a:t>
            </a:r>
            <a:r>
              <a:rPr lang="en-US" sz="5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311899" y="23781887"/>
            <a:ext cx="23294808" cy="870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5"/>
              </a:lnSpc>
              <a:spcBef>
                <a:spcPct val="0"/>
              </a:spcBef>
            </a:pPr>
            <a:r>
              <a:rPr lang="en-US" sz="5118">
                <a:solidFill>
                  <a:srgbClr val="000000"/>
                </a:solidFill>
                <a:latin typeface="Comic Sans"/>
                <a:ea typeface="Comic Sans"/>
                <a:cs typeface="Comic Sans"/>
                <a:sym typeface="Comic Sans"/>
              </a:rPr>
              <a:t>CO - WISE IMPLEMENTATION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356837" y="26663787"/>
            <a:ext cx="14550757" cy="3263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4"/>
              </a:lnSpc>
            </a:pPr>
            <a:r>
              <a:rPr lang="en-US" sz="462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HTML Document Structure</a:t>
            </a:r>
          </a:p>
          <a:p>
            <a:pPr algn="ctr">
              <a:lnSpc>
                <a:spcPts val="6474"/>
              </a:lnSpc>
            </a:pPr>
            <a:r>
              <a:rPr lang="en-US" sz="462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2.Core CSS Styling</a:t>
            </a:r>
          </a:p>
          <a:p>
            <a:pPr algn="ctr">
              <a:lnSpc>
                <a:spcPts val="6474"/>
              </a:lnSpc>
            </a:pPr>
            <a:endParaRPr lang="en-US" sz="462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6474"/>
              </a:lnSpc>
              <a:spcBef>
                <a:spcPct val="0"/>
              </a:spcBef>
            </a:pPr>
            <a:endParaRPr lang="en-US" sz="462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2356837" y="33111136"/>
            <a:ext cx="5017018" cy="2708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79"/>
              </a:lnSpc>
              <a:spcBef>
                <a:spcPct val="0"/>
              </a:spcBef>
            </a:pPr>
            <a:r>
              <a:rPr lang="en-US" sz="391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Focuses on structured content, advanced layouts, and responsive design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7435464" y="32470004"/>
            <a:ext cx="6249673" cy="3805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7"/>
              </a:lnSpc>
            </a:pPr>
            <a:r>
              <a:rPr lang="en-US" sz="43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•Focuses on the core logic and data structures of the application.</a:t>
            </a:r>
          </a:p>
          <a:p>
            <a:pPr algn="l">
              <a:lnSpc>
                <a:spcPts val="6027"/>
              </a:lnSpc>
            </a:pPr>
            <a:endParaRPr lang="en-US" sz="430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6027"/>
              </a:lnSpc>
              <a:spcBef>
                <a:spcPct val="0"/>
              </a:spcBef>
            </a:pPr>
            <a:endParaRPr lang="en-US" sz="430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2082780" y="38281807"/>
            <a:ext cx="3956227" cy="4640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9"/>
              </a:lnSpc>
            </a:pPr>
            <a:r>
              <a:rPr lang="en-US" sz="44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•Covers how the app responds to users and interacts with browser storage.</a:t>
            </a:r>
          </a:p>
          <a:p>
            <a:pPr algn="l">
              <a:lnSpc>
                <a:spcPts val="6279"/>
              </a:lnSpc>
            </a:pPr>
            <a:endParaRPr lang="en-US" sz="448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7772201" y="38141108"/>
            <a:ext cx="6224757" cy="4413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5"/>
              </a:lnSpc>
            </a:pPr>
            <a:r>
              <a:rPr lang="en-US" sz="51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•Highlights integration with external services and robust error handling.</a:t>
            </a:r>
          </a:p>
          <a:p>
            <a:pPr algn="ctr">
              <a:lnSpc>
                <a:spcPts val="7165"/>
              </a:lnSpc>
              <a:spcBef>
                <a:spcPct val="0"/>
              </a:spcBef>
            </a:pPr>
            <a:endParaRPr lang="en-US" sz="511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26386347" y="43693795"/>
            <a:ext cx="5614792" cy="255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47"/>
              </a:lnSpc>
            </a:pPr>
            <a:r>
              <a:rPr lang="en-US" sz="36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 Panapakam Hasini</a:t>
            </a:r>
          </a:p>
          <a:p>
            <a:pPr algn="ctr">
              <a:lnSpc>
                <a:spcPts val="5147"/>
              </a:lnSpc>
            </a:pPr>
            <a:r>
              <a:rPr lang="en-US" sz="36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no: 2520030282</a:t>
            </a:r>
          </a:p>
          <a:p>
            <a:pPr algn="ctr">
              <a:lnSpc>
                <a:spcPts val="5147"/>
              </a:lnSpc>
            </a:pPr>
            <a:r>
              <a:rPr lang="en-US" sz="36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Section: 6</a:t>
            </a:r>
          </a:p>
          <a:p>
            <a:pPr algn="ctr">
              <a:lnSpc>
                <a:spcPts val="5147"/>
              </a:lnSpc>
              <a:spcBef>
                <a:spcPct val="0"/>
              </a:spcBef>
            </a:pPr>
            <a:r>
              <a:rPr lang="en-US" sz="367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Cluster: 2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73805" y="11699668"/>
            <a:ext cx="15016556" cy="1514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55"/>
              </a:lnSpc>
              <a:spcBef>
                <a:spcPct val="0"/>
              </a:spcBef>
            </a:pPr>
            <a:r>
              <a:rPr lang="en-US" sz="861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Abstract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</Words>
  <Application>Microsoft Office PowerPoint</Application>
  <PresentationFormat>Custom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Times New Roman Bold</vt:lpstr>
      <vt:lpstr>Calibri</vt:lpstr>
      <vt:lpstr>Arial</vt:lpstr>
      <vt:lpstr>Comic Sans</vt:lpstr>
      <vt:lpstr>Brittany</vt:lpstr>
      <vt:lpstr>Times New Roman</vt:lpstr>
      <vt:lpstr>Times New Roman Bold Italics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Currency Exchange Rate Calculator Tool</dc:title>
  <dc:creator>Hasini</dc:creator>
  <cp:lastModifiedBy>Hasini Panapakam</cp:lastModifiedBy>
  <cp:revision>1</cp:revision>
  <dcterms:created xsi:type="dcterms:W3CDTF">2006-08-16T00:00:00Z</dcterms:created>
  <dcterms:modified xsi:type="dcterms:W3CDTF">2026-03-10T03:06:50Z</dcterms:modified>
  <dc:identifier>DAHDR7KtN14</dc:identifier>
</cp:coreProperties>
</file>